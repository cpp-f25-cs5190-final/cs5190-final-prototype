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Crimson Pro Medium"/>
      <p:regular r:id="rId21"/>
      <p:bold r:id="rId22"/>
      <p:italic r:id="rId23"/>
      <p:boldItalic r:id="rId24"/>
    </p:embeddedFont>
    <p:embeddedFont>
      <p:font typeface="Crimson Pro"/>
      <p:regular r:id="rId25"/>
      <p:bold r:id="rId26"/>
      <p:italic r:id="rId27"/>
      <p:boldItalic r:id="rId28"/>
    </p:embeddedFont>
    <p:embeddedFont>
      <p:font typeface="Space Grotesk SemiBold"/>
      <p:regular r:id="rId29"/>
      <p:bold r:id="rId30"/>
    </p:embeddedFont>
    <p:embeddedFont>
      <p:font typeface="Roboto Mono"/>
      <p:regular r:id="rId31"/>
      <p:bold r:id="rId32"/>
      <p:italic r:id="rId33"/>
      <p:boldItalic r:id="rId34"/>
    </p:embeddedFont>
    <p:embeddedFont>
      <p:font typeface="Merriweather"/>
      <p:regular r:id="rId35"/>
      <p:bold r:id="rId36"/>
      <p:italic r:id="rId37"/>
      <p:boldItalic r:id="rId38"/>
    </p:embeddedFont>
    <p:embeddedFont>
      <p:font typeface="Space Grotesk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5BA9A6-7B6F-4D78-86FE-8338A696FABC}">
  <a:tblStyle styleId="{315BA9A6-7B6F-4D78-86FE-8338A696FA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regular.fntdata"/><Relationship Id="rId30" Type="http://schemas.openxmlformats.org/officeDocument/2006/relationships/font" Target="fonts/SpaceGroteskSemiBold-bold.fntdata"/><Relationship Id="rId33" Type="http://schemas.openxmlformats.org/officeDocument/2006/relationships/font" Target="fonts/RobotoMono-italic.fntdata"/><Relationship Id="rId32" Type="http://schemas.openxmlformats.org/officeDocument/2006/relationships/font" Target="fonts/RobotoMono-bold.fntdata"/><Relationship Id="rId35" Type="http://schemas.openxmlformats.org/officeDocument/2006/relationships/font" Target="fonts/Merriweather-regular.fntdata"/><Relationship Id="rId34" Type="http://schemas.openxmlformats.org/officeDocument/2006/relationships/font" Target="fonts/RobotoMono-boldItalic.fntdata"/><Relationship Id="rId37" Type="http://schemas.openxmlformats.org/officeDocument/2006/relationships/font" Target="fonts/Merriweather-italic.fntdata"/><Relationship Id="rId36" Type="http://schemas.openxmlformats.org/officeDocument/2006/relationships/font" Target="fonts/Merriweather-bold.fntdata"/><Relationship Id="rId39" Type="http://schemas.openxmlformats.org/officeDocument/2006/relationships/font" Target="fonts/SpaceGrotesk-regular.fntdata"/><Relationship Id="rId38" Type="http://schemas.openxmlformats.org/officeDocument/2006/relationships/font" Target="fonts/Merriweather-boldItalic.fntdata"/><Relationship Id="rId20" Type="http://schemas.openxmlformats.org/officeDocument/2006/relationships/slide" Target="slides/slide14.xml"/><Relationship Id="rId22" Type="http://schemas.openxmlformats.org/officeDocument/2006/relationships/font" Target="fonts/CrimsonProMedium-bold.fntdata"/><Relationship Id="rId21" Type="http://schemas.openxmlformats.org/officeDocument/2006/relationships/font" Target="fonts/CrimsonProMedium-regular.fntdata"/><Relationship Id="rId24" Type="http://schemas.openxmlformats.org/officeDocument/2006/relationships/font" Target="fonts/CrimsonProMedium-boldItalic.fntdata"/><Relationship Id="rId23" Type="http://schemas.openxmlformats.org/officeDocument/2006/relationships/font" Target="fonts/CrimsonProMedium-italic.fntdata"/><Relationship Id="rId26" Type="http://schemas.openxmlformats.org/officeDocument/2006/relationships/font" Target="fonts/CrimsonPro-bold.fntdata"/><Relationship Id="rId25" Type="http://schemas.openxmlformats.org/officeDocument/2006/relationships/font" Target="fonts/CrimsonPro-regular.fntdata"/><Relationship Id="rId28" Type="http://schemas.openxmlformats.org/officeDocument/2006/relationships/font" Target="fonts/CrimsonPro-boldItalic.fntdata"/><Relationship Id="rId27" Type="http://schemas.openxmlformats.org/officeDocument/2006/relationships/font" Target="fonts/CrimsonPro-italic.fntdata"/><Relationship Id="rId29" Type="http://schemas.openxmlformats.org/officeDocument/2006/relationships/font" Target="fonts/SpaceGroteskSemiBo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6a7bbda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6a7bbda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6a7bbdab6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a6a7bbdab6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ad4af6296d_2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ad4af6296d_2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a3e808774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a3e808774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3e80877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a3e80877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a6a7bbdab6_0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a6a7bbdab6_0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3e808774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a3e808774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b52c5aa7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ab52c5aa7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ad5dec43cf_7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ad5dec43cf_7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ad4af6296d_2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ad4af6296d_2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9123a06bc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9123a06bc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ad5dec43cf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ad5dec43cf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d1226ad7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ad1226ad7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ad1226ad77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ad1226ad77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85750" y="1639500"/>
            <a:ext cx="8572500" cy="18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750" y="3820125"/>
            <a:ext cx="2148300" cy="5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6652800" y="3820125"/>
            <a:ext cx="2148300" cy="5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634650" y="223475"/>
            <a:ext cx="4280700" cy="17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/>
        </p:txBody>
      </p:sp>
      <p:sp>
        <p:nvSpPr>
          <p:cNvPr id="16" name="Google Shape;16;p3"/>
          <p:cNvSpPr txBox="1"/>
          <p:nvPr>
            <p:ph idx="3" type="title"/>
          </p:nvPr>
        </p:nvSpPr>
        <p:spPr>
          <a:xfrm>
            <a:off x="0" y="3677475"/>
            <a:ext cx="2491200" cy="124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 type="tx">
  <p:cSld name="TITLE_AND_BODY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 flipH="1" rot="10800000">
            <a:off x="226950" y="1218789"/>
            <a:ext cx="2086200" cy="1883100"/>
          </a:xfrm>
          <a:prstGeom prst="corner">
            <a:avLst>
              <a:gd fmla="val 83590" name="adj1"/>
              <a:gd fmla="val 81097" name="adj2"/>
            </a:avLst>
          </a:prstGeom>
          <a:noFill/>
          <a:ln>
            <a:noFill/>
          </a:ln>
        </p:spPr>
      </p:sp>
      <p:sp>
        <p:nvSpPr>
          <p:cNvPr id="19" name="Google Shape;19;p4"/>
          <p:cNvSpPr/>
          <p:nvPr>
            <p:ph idx="3" type="pic"/>
          </p:nvPr>
        </p:nvSpPr>
        <p:spPr>
          <a:xfrm flipH="1">
            <a:off x="2428286" y="1218789"/>
            <a:ext cx="2086200" cy="1883100"/>
          </a:xfrm>
          <a:prstGeom prst="corner">
            <a:avLst>
              <a:gd fmla="val 83590" name="adj1"/>
              <a:gd fmla="val 81097" name="adj2"/>
            </a:avLst>
          </a:prstGeom>
          <a:noFill/>
          <a:ln>
            <a:noFill/>
          </a:ln>
        </p:spPr>
      </p:sp>
      <p:sp>
        <p:nvSpPr>
          <p:cNvPr id="20" name="Google Shape;20;p4"/>
          <p:cNvSpPr/>
          <p:nvPr>
            <p:ph idx="4" type="pic"/>
          </p:nvPr>
        </p:nvSpPr>
        <p:spPr>
          <a:xfrm rot="10800000">
            <a:off x="4629568" y="1218789"/>
            <a:ext cx="2086200" cy="1883100"/>
          </a:xfrm>
          <a:prstGeom prst="corner">
            <a:avLst>
              <a:gd fmla="val 83590" name="adj1"/>
              <a:gd fmla="val 81097" name="adj2"/>
            </a:avLst>
          </a:prstGeom>
          <a:noFill/>
          <a:ln>
            <a:noFill/>
          </a:ln>
        </p:spPr>
      </p:sp>
      <p:sp>
        <p:nvSpPr>
          <p:cNvPr id="21" name="Google Shape;21;p4"/>
          <p:cNvSpPr/>
          <p:nvPr>
            <p:ph idx="5" type="pic"/>
          </p:nvPr>
        </p:nvSpPr>
        <p:spPr>
          <a:xfrm flipH="1">
            <a:off x="6830850" y="1218789"/>
            <a:ext cx="2086200" cy="1883100"/>
          </a:xfrm>
          <a:prstGeom prst="corner">
            <a:avLst>
              <a:gd fmla="val 83590" name="adj1"/>
              <a:gd fmla="val 81097" name="adj2"/>
            </a:avLst>
          </a:prstGeom>
          <a:noFill/>
          <a:ln>
            <a:noFill/>
          </a:ln>
        </p:spPr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211675" y="3093025"/>
            <a:ext cx="2101500" cy="4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title"/>
          </p:nvPr>
        </p:nvSpPr>
        <p:spPr>
          <a:xfrm>
            <a:off x="2420625" y="3093025"/>
            <a:ext cx="2101500" cy="4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title"/>
          </p:nvPr>
        </p:nvSpPr>
        <p:spPr>
          <a:xfrm>
            <a:off x="4629575" y="3093025"/>
            <a:ext cx="2101500" cy="4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8" type="title"/>
          </p:nvPr>
        </p:nvSpPr>
        <p:spPr>
          <a:xfrm>
            <a:off x="6823200" y="3093025"/>
            <a:ext cx="2101500" cy="4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230900" y="3518675"/>
            <a:ext cx="2086200" cy="3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"/>
              <a:buNone/>
              <a:defRPr sz="1800">
                <a:solidFill>
                  <a:schemeClr val="dk2"/>
                </a:solidFill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9" type="subTitle"/>
          </p:nvPr>
        </p:nvSpPr>
        <p:spPr>
          <a:xfrm>
            <a:off x="2428275" y="3518675"/>
            <a:ext cx="2086200" cy="3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"/>
              <a:buNone/>
              <a:defRPr sz="1800">
                <a:solidFill>
                  <a:schemeClr val="dk2"/>
                </a:solidFill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3" type="subTitle"/>
          </p:nvPr>
        </p:nvSpPr>
        <p:spPr>
          <a:xfrm>
            <a:off x="4625650" y="3518675"/>
            <a:ext cx="2086200" cy="3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"/>
              <a:buNone/>
              <a:defRPr sz="1800">
                <a:solidFill>
                  <a:schemeClr val="dk2"/>
                </a:solidFill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4" type="subTitle"/>
          </p:nvPr>
        </p:nvSpPr>
        <p:spPr>
          <a:xfrm>
            <a:off x="6823025" y="3518675"/>
            <a:ext cx="2086200" cy="3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"/>
              <a:buNone/>
              <a:defRPr sz="1800">
                <a:solidFill>
                  <a:schemeClr val="dk2"/>
                </a:solidFill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5" type="body"/>
          </p:nvPr>
        </p:nvSpPr>
        <p:spPr>
          <a:xfrm>
            <a:off x="219325" y="3935075"/>
            <a:ext cx="2086200" cy="9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6" type="body"/>
          </p:nvPr>
        </p:nvSpPr>
        <p:spPr>
          <a:xfrm>
            <a:off x="2428275" y="3935075"/>
            <a:ext cx="2086200" cy="9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7" type="body"/>
          </p:nvPr>
        </p:nvSpPr>
        <p:spPr>
          <a:xfrm>
            <a:off x="4637225" y="3935075"/>
            <a:ext cx="2086200" cy="9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8" type="body"/>
          </p:nvPr>
        </p:nvSpPr>
        <p:spPr>
          <a:xfrm>
            <a:off x="6846175" y="3935075"/>
            <a:ext cx="2086200" cy="9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9" type="title"/>
          </p:nvPr>
        </p:nvSpPr>
        <p:spPr>
          <a:xfrm>
            <a:off x="230900" y="454775"/>
            <a:ext cx="4406400" cy="4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s of content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7" name="Google Shape;37;p5"/>
          <p:cNvGrpSpPr/>
          <p:nvPr/>
        </p:nvGrpSpPr>
        <p:grpSpPr>
          <a:xfrm>
            <a:off x="162" y="98"/>
            <a:ext cx="9143669" cy="5143312"/>
            <a:chOff x="238125" y="848375"/>
            <a:chExt cx="7144050" cy="4018527"/>
          </a:xfrm>
        </p:grpSpPr>
        <p:sp>
          <p:nvSpPr>
            <p:cNvPr id="38" name="Google Shape;38;p5"/>
            <p:cNvSpPr/>
            <p:nvPr/>
          </p:nvSpPr>
          <p:spPr>
            <a:xfrm>
              <a:off x="238125" y="848377"/>
              <a:ext cx="5017377" cy="4018525"/>
            </a:xfrm>
            <a:custGeom>
              <a:rect b="b" l="l" r="r" t="t"/>
              <a:pathLst>
                <a:path extrusionOk="0" h="160741" w="191211">
                  <a:moveTo>
                    <a:pt x="0" y="0"/>
                  </a:moveTo>
                  <a:lnTo>
                    <a:pt x="0" y="160741"/>
                  </a:lnTo>
                  <a:lnTo>
                    <a:pt x="118091" y="160741"/>
                  </a:lnTo>
                  <a:lnTo>
                    <a:pt x="117329" y="160729"/>
                  </a:lnTo>
                  <a:lnTo>
                    <a:pt x="115829" y="160574"/>
                  </a:lnTo>
                  <a:lnTo>
                    <a:pt x="114376" y="160277"/>
                  </a:lnTo>
                  <a:lnTo>
                    <a:pt x="112971" y="159848"/>
                  </a:lnTo>
                  <a:lnTo>
                    <a:pt x="111638" y="159276"/>
                  </a:lnTo>
                  <a:lnTo>
                    <a:pt x="110376" y="158586"/>
                  </a:lnTo>
                  <a:lnTo>
                    <a:pt x="109185" y="157788"/>
                  </a:lnTo>
                  <a:lnTo>
                    <a:pt x="108078" y="156883"/>
                  </a:lnTo>
                  <a:lnTo>
                    <a:pt x="107077" y="155871"/>
                  </a:lnTo>
                  <a:lnTo>
                    <a:pt x="106161" y="154764"/>
                  </a:lnTo>
                  <a:lnTo>
                    <a:pt x="105363" y="153573"/>
                  </a:lnTo>
                  <a:lnTo>
                    <a:pt x="104672" y="152311"/>
                  </a:lnTo>
                  <a:lnTo>
                    <a:pt x="104113" y="150977"/>
                  </a:lnTo>
                  <a:lnTo>
                    <a:pt x="103672" y="149584"/>
                  </a:lnTo>
                  <a:lnTo>
                    <a:pt x="103374" y="148132"/>
                  </a:lnTo>
                  <a:lnTo>
                    <a:pt x="103220" y="146620"/>
                  </a:lnTo>
                  <a:lnTo>
                    <a:pt x="103208" y="145857"/>
                  </a:lnTo>
                  <a:lnTo>
                    <a:pt x="103208" y="77846"/>
                  </a:lnTo>
                  <a:lnTo>
                    <a:pt x="103220" y="77072"/>
                  </a:lnTo>
                  <a:lnTo>
                    <a:pt x="103374" y="75572"/>
                  </a:lnTo>
                  <a:lnTo>
                    <a:pt x="103672" y="74119"/>
                  </a:lnTo>
                  <a:lnTo>
                    <a:pt x="104113" y="72714"/>
                  </a:lnTo>
                  <a:lnTo>
                    <a:pt x="104672" y="71381"/>
                  </a:lnTo>
                  <a:lnTo>
                    <a:pt x="105363" y="70119"/>
                  </a:lnTo>
                  <a:lnTo>
                    <a:pt x="106161" y="68928"/>
                  </a:lnTo>
                  <a:lnTo>
                    <a:pt x="107077" y="67833"/>
                  </a:lnTo>
                  <a:lnTo>
                    <a:pt x="108078" y="66821"/>
                  </a:lnTo>
                  <a:lnTo>
                    <a:pt x="109185" y="65904"/>
                  </a:lnTo>
                  <a:lnTo>
                    <a:pt x="110376" y="65106"/>
                  </a:lnTo>
                  <a:lnTo>
                    <a:pt x="111638" y="64415"/>
                  </a:lnTo>
                  <a:lnTo>
                    <a:pt x="112971" y="63856"/>
                  </a:lnTo>
                  <a:lnTo>
                    <a:pt x="114376" y="63415"/>
                  </a:lnTo>
                  <a:lnTo>
                    <a:pt x="115829" y="63118"/>
                  </a:lnTo>
                  <a:lnTo>
                    <a:pt x="117329" y="62975"/>
                  </a:lnTo>
                  <a:lnTo>
                    <a:pt x="118091" y="62963"/>
                  </a:lnTo>
                  <a:lnTo>
                    <a:pt x="161444" y="62963"/>
                  </a:lnTo>
                  <a:lnTo>
                    <a:pt x="162206" y="62939"/>
                  </a:lnTo>
                  <a:lnTo>
                    <a:pt x="163718" y="62796"/>
                  </a:lnTo>
                  <a:lnTo>
                    <a:pt x="165170" y="62498"/>
                  </a:lnTo>
                  <a:lnTo>
                    <a:pt x="166563" y="62058"/>
                  </a:lnTo>
                  <a:lnTo>
                    <a:pt x="167897" y="61498"/>
                  </a:lnTo>
                  <a:lnTo>
                    <a:pt x="169159" y="60808"/>
                  </a:lnTo>
                  <a:lnTo>
                    <a:pt x="170350" y="60010"/>
                  </a:lnTo>
                  <a:lnTo>
                    <a:pt x="171457" y="59093"/>
                  </a:lnTo>
                  <a:lnTo>
                    <a:pt x="172469" y="58081"/>
                  </a:lnTo>
                  <a:lnTo>
                    <a:pt x="173374" y="56986"/>
                  </a:lnTo>
                  <a:lnTo>
                    <a:pt x="174172" y="55795"/>
                  </a:lnTo>
                  <a:lnTo>
                    <a:pt x="174862" y="54533"/>
                  </a:lnTo>
                  <a:lnTo>
                    <a:pt x="175434" y="53199"/>
                  </a:lnTo>
                  <a:lnTo>
                    <a:pt x="175863" y="51794"/>
                  </a:lnTo>
                  <a:lnTo>
                    <a:pt x="176160" y="50342"/>
                  </a:lnTo>
                  <a:lnTo>
                    <a:pt x="176315" y="48841"/>
                  </a:lnTo>
                  <a:lnTo>
                    <a:pt x="176327" y="48079"/>
                  </a:lnTo>
                  <a:lnTo>
                    <a:pt x="176327" y="14883"/>
                  </a:lnTo>
                  <a:lnTo>
                    <a:pt x="176339" y="14121"/>
                  </a:lnTo>
                  <a:lnTo>
                    <a:pt x="176494" y="12609"/>
                  </a:lnTo>
                  <a:lnTo>
                    <a:pt x="176791" y="11157"/>
                  </a:lnTo>
                  <a:lnTo>
                    <a:pt x="177220" y="9764"/>
                  </a:lnTo>
                  <a:lnTo>
                    <a:pt x="177792" y="8430"/>
                  </a:lnTo>
                  <a:lnTo>
                    <a:pt x="178482" y="7168"/>
                  </a:lnTo>
                  <a:lnTo>
                    <a:pt x="179280" y="5977"/>
                  </a:lnTo>
                  <a:lnTo>
                    <a:pt x="180185" y="4870"/>
                  </a:lnTo>
                  <a:lnTo>
                    <a:pt x="181197" y="3858"/>
                  </a:lnTo>
                  <a:lnTo>
                    <a:pt x="182304" y="2953"/>
                  </a:lnTo>
                  <a:lnTo>
                    <a:pt x="183495" y="2155"/>
                  </a:lnTo>
                  <a:lnTo>
                    <a:pt x="184757" y="1465"/>
                  </a:lnTo>
                  <a:lnTo>
                    <a:pt x="186091" y="893"/>
                  </a:lnTo>
                  <a:lnTo>
                    <a:pt x="187484" y="464"/>
                  </a:lnTo>
                  <a:lnTo>
                    <a:pt x="188936" y="167"/>
                  </a:lnTo>
                  <a:lnTo>
                    <a:pt x="190448" y="12"/>
                  </a:lnTo>
                  <a:lnTo>
                    <a:pt x="1912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7010075" y="848375"/>
              <a:ext cx="372100" cy="372100"/>
            </a:xfrm>
            <a:custGeom>
              <a:rect b="b" l="l" r="r" t="t"/>
              <a:pathLst>
                <a:path extrusionOk="0" h="14884" w="14884">
                  <a:moveTo>
                    <a:pt x="0" y="0"/>
                  </a:moveTo>
                  <a:lnTo>
                    <a:pt x="763" y="12"/>
                  </a:lnTo>
                  <a:lnTo>
                    <a:pt x="2275" y="167"/>
                  </a:lnTo>
                  <a:lnTo>
                    <a:pt x="3727" y="464"/>
                  </a:lnTo>
                  <a:lnTo>
                    <a:pt x="5120" y="893"/>
                  </a:lnTo>
                  <a:lnTo>
                    <a:pt x="6454" y="1465"/>
                  </a:lnTo>
                  <a:lnTo>
                    <a:pt x="7716" y="2155"/>
                  </a:lnTo>
                  <a:lnTo>
                    <a:pt x="8907" y="2953"/>
                  </a:lnTo>
                  <a:lnTo>
                    <a:pt x="10014" y="3858"/>
                  </a:lnTo>
                  <a:lnTo>
                    <a:pt x="11026" y="4870"/>
                  </a:lnTo>
                  <a:lnTo>
                    <a:pt x="11931" y="5977"/>
                  </a:lnTo>
                  <a:lnTo>
                    <a:pt x="12729" y="7168"/>
                  </a:lnTo>
                  <a:lnTo>
                    <a:pt x="13419" y="8430"/>
                  </a:lnTo>
                  <a:lnTo>
                    <a:pt x="13991" y="9764"/>
                  </a:lnTo>
                  <a:lnTo>
                    <a:pt x="14420" y="11157"/>
                  </a:lnTo>
                  <a:lnTo>
                    <a:pt x="14717" y="12609"/>
                  </a:lnTo>
                  <a:lnTo>
                    <a:pt x="14872" y="14121"/>
                  </a:lnTo>
                  <a:lnTo>
                    <a:pt x="14884" y="14883"/>
                  </a:lnTo>
                  <a:lnTo>
                    <a:pt x="148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5182100" y="2921025"/>
              <a:ext cx="2200075" cy="1945875"/>
            </a:xfrm>
            <a:custGeom>
              <a:rect b="b" l="l" r="r" t="t"/>
              <a:pathLst>
                <a:path extrusionOk="0" h="77835" w="88003">
                  <a:moveTo>
                    <a:pt x="88003" y="1"/>
                  </a:moveTo>
                  <a:lnTo>
                    <a:pt x="87991" y="763"/>
                  </a:lnTo>
                  <a:lnTo>
                    <a:pt x="87836" y="2263"/>
                  </a:lnTo>
                  <a:lnTo>
                    <a:pt x="87539" y="3715"/>
                  </a:lnTo>
                  <a:lnTo>
                    <a:pt x="87110" y="5120"/>
                  </a:lnTo>
                  <a:lnTo>
                    <a:pt x="86538" y="6454"/>
                  </a:lnTo>
                  <a:lnTo>
                    <a:pt x="85848" y="7716"/>
                  </a:lnTo>
                  <a:lnTo>
                    <a:pt x="85050" y="8907"/>
                  </a:lnTo>
                  <a:lnTo>
                    <a:pt x="84145" y="10002"/>
                  </a:lnTo>
                  <a:lnTo>
                    <a:pt x="83133" y="11014"/>
                  </a:lnTo>
                  <a:lnTo>
                    <a:pt x="82026" y="11931"/>
                  </a:lnTo>
                  <a:lnTo>
                    <a:pt x="80835" y="12729"/>
                  </a:lnTo>
                  <a:lnTo>
                    <a:pt x="79573" y="13419"/>
                  </a:lnTo>
                  <a:lnTo>
                    <a:pt x="78239" y="13979"/>
                  </a:lnTo>
                  <a:lnTo>
                    <a:pt x="76846" y="14420"/>
                  </a:lnTo>
                  <a:lnTo>
                    <a:pt x="75394" y="14717"/>
                  </a:lnTo>
                  <a:lnTo>
                    <a:pt x="73882" y="14860"/>
                  </a:lnTo>
                  <a:lnTo>
                    <a:pt x="73119" y="14884"/>
                  </a:lnTo>
                  <a:lnTo>
                    <a:pt x="29767" y="14884"/>
                  </a:lnTo>
                  <a:lnTo>
                    <a:pt x="29005" y="14896"/>
                  </a:lnTo>
                  <a:lnTo>
                    <a:pt x="27505" y="15039"/>
                  </a:lnTo>
                  <a:lnTo>
                    <a:pt x="26052" y="15336"/>
                  </a:lnTo>
                  <a:lnTo>
                    <a:pt x="24647" y="15777"/>
                  </a:lnTo>
                  <a:lnTo>
                    <a:pt x="23314" y="16337"/>
                  </a:lnTo>
                  <a:lnTo>
                    <a:pt x="22051" y="17027"/>
                  </a:lnTo>
                  <a:lnTo>
                    <a:pt x="20861" y="17825"/>
                  </a:lnTo>
                  <a:lnTo>
                    <a:pt x="19765" y="18742"/>
                  </a:lnTo>
                  <a:lnTo>
                    <a:pt x="18753" y="19754"/>
                  </a:lnTo>
                  <a:lnTo>
                    <a:pt x="17836" y="20849"/>
                  </a:lnTo>
                  <a:lnTo>
                    <a:pt x="17039" y="22040"/>
                  </a:lnTo>
                  <a:lnTo>
                    <a:pt x="16348" y="23302"/>
                  </a:lnTo>
                  <a:lnTo>
                    <a:pt x="15788" y="24636"/>
                  </a:lnTo>
                  <a:lnTo>
                    <a:pt x="15348" y="26041"/>
                  </a:lnTo>
                  <a:lnTo>
                    <a:pt x="15050" y="27493"/>
                  </a:lnTo>
                  <a:lnTo>
                    <a:pt x="14895" y="28993"/>
                  </a:lnTo>
                  <a:lnTo>
                    <a:pt x="14884" y="29767"/>
                  </a:lnTo>
                  <a:lnTo>
                    <a:pt x="14884" y="62951"/>
                  </a:lnTo>
                  <a:lnTo>
                    <a:pt x="14872" y="63714"/>
                  </a:lnTo>
                  <a:lnTo>
                    <a:pt x="14717" y="65226"/>
                  </a:lnTo>
                  <a:lnTo>
                    <a:pt x="14431" y="66678"/>
                  </a:lnTo>
                  <a:lnTo>
                    <a:pt x="13991" y="68071"/>
                  </a:lnTo>
                  <a:lnTo>
                    <a:pt x="13431" y="69405"/>
                  </a:lnTo>
                  <a:lnTo>
                    <a:pt x="12740" y="70667"/>
                  </a:lnTo>
                  <a:lnTo>
                    <a:pt x="11931" y="71858"/>
                  </a:lnTo>
                  <a:lnTo>
                    <a:pt x="11026" y="72965"/>
                  </a:lnTo>
                  <a:lnTo>
                    <a:pt x="10014" y="73977"/>
                  </a:lnTo>
                  <a:lnTo>
                    <a:pt x="8918" y="74882"/>
                  </a:lnTo>
                  <a:lnTo>
                    <a:pt x="7728" y="75680"/>
                  </a:lnTo>
                  <a:lnTo>
                    <a:pt x="6466" y="76370"/>
                  </a:lnTo>
                  <a:lnTo>
                    <a:pt x="5120" y="76942"/>
                  </a:lnTo>
                  <a:lnTo>
                    <a:pt x="3727" y="77371"/>
                  </a:lnTo>
                  <a:lnTo>
                    <a:pt x="2274" y="77668"/>
                  </a:lnTo>
                  <a:lnTo>
                    <a:pt x="774" y="77823"/>
                  </a:lnTo>
                  <a:lnTo>
                    <a:pt x="0" y="77835"/>
                  </a:lnTo>
                  <a:lnTo>
                    <a:pt x="88003" y="77835"/>
                  </a:lnTo>
                  <a:lnTo>
                    <a:pt x="88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1" name="Google Shape;41;p5"/>
          <p:cNvSpPr txBox="1"/>
          <p:nvPr>
            <p:ph type="title"/>
          </p:nvPr>
        </p:nvSpPr>
        <p:spPr>
          <a:xfrm>
            <a:off x="230900" y="457200"/>
            <a:ext cx="4406400" cy="15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230900" y="2356825"/>
            <a:ext cx="2974800" cy="25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230900" y="457200"/>
            <a:ext cx="29748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graphicFrame>
        <p:nvGraphicFramePr>
          <p:cNvPr id="46" name="Google Shape;46;p6"/>
          <p:cNvGraphicFramePr/>
          <p:nvPr/>
        </p:nvGraphicFramePr>
        <p:xfrm>
          <a:off x="228588" y="24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2711825"/>
              </a:tblGrid>
              <a:tr h="271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" name="Google Shape;47;p6"/>
          <p:cNvGraphicFramePr/>
          <p:nvPr/>
        </p:nvGraphicFramePr>
        <p:xfrm>
          <a:off x="3216075" y="24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2711825"/>
              </a:tblGrid>
              <a:tr h="271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" name="Google Shape;48;p6"/>
          <p:cNvGraphicFramePr/>
          <p:nvPr/>
        </p:nvGraphicFramePr>
        <p:xfrm>
          <a:off x="6203563" y="243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2711825"/>
              </a:tblGrid>
              <a:tr h="271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" name="Google Shape;49;p6"/>
          <p:cNvSpPr txBox="1"/>
          <p:nvPr>
            <p:ph idx="1" type="body"/>
          </p:nvPr>
        </p:nvSpPr>
        <p:spPr>
          <a:xfrm>
            <a:off x="356300" y="3285600"/>
            <a:ext cx="2456400" cy="16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3343788" y="3285600"/>
            <a:ext cx="2456400" cy="16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6331275" y="3285600"/>
            <a:ext cx="2456400" cy="16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4" type="title"/>
          </p:nvPr>
        </p:nvSpPr>
        <p:spPr>
          <a:xfrm>
            <a:off x="333350" y="2431250"/>
            <a:ext cx="2502300" cy="7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5" type="title"/>
          </p:nvPr>
        </p:nvSpPr>
        <p:spPr>
          <a:xfrm>
            <a:off x="3320850" y="2431250"/>
            <a:ext cx="2502300" cy="7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6" type="title"/>
          </p:nvPr>
        </p:nvSpPr>
        <p:spPr>
          <a:xfrm>
            <a:off x="6308325" y="2431250"/>
            <a:ext cx="2502300" cy="7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7" type="body"/>
          </p:nvPr>
        </p:nvSpPr>
        <p:spPr>
          <a:xfrm>
            <a:off x="5349150" y="457200"/>
            <a:ext cx="3572700" cy="15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slide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7"/>
          <p:cNvSpPr txBox="1"/>
          <p:nvPr>
            <p:ph type="title"/>
          </p:nvPr>
        </p:nvSpPr>
        <p:spPr>
          <a:xfrm>
            <a:off x="230900" y="457175"/>
            <a:ext cx="4403700" cy="6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6057978" y="2290775"/>
            <a:ext cx="2857500" cy="4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3" type="body"/>
          </p:nvPr>
        </p:nvSpPr>
        <p:spPr>
          <a:xfrm>
            <a:off x="6057900" y="2814700"/>
            <a:ext cx="2857500" cy="21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1 slide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Google Shape;64;p8"/>
          <p:cNvGraphicFramePr/>
          <p:nvPr/>
        </p:nvGraphicFramePr>
        <p:xfrm>
          <a:off x="228588" y="67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86800"/>
              </a:tblGrid>
              <a:tr h="157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FFFCE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" name="Google Shape;65;p8"/>
          <p:cNvSpPr txBox="1"/>
          <p:nvPr>
            <p:ph type="title"/>
          </p:nvPr>
        </p:nvSpPr>
        <p:spPr>
          <a:xfrm>
            <a:off x="5351675" y="760825"/>
            <a:ext cx="3449400" cy="140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" type="subTitle"/>
          </p:nvPr>
        </p:nvSpPr>
        <p:spPr>
          <a:xfrm>
            <a:off x="227975" y="2357950"/>
            <a:ext cx="35721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2" type="body"/>
          </p:nvPr>
        </p:nvSpPr>
        <p:spPr>
          <a:xfrm>
            <a:off x="227875" y="2923725"/>
            <a:ext cx="3692400" cy="19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/>
        </p:txBody>
      </p:sp>
      <p:cxnSp>
        <p:nvCxnSpPr>
          <p:cNvPr id="68" name="Google Shape;68;p8"/>
          <p:cNvCxnSpPr/>
          <p:nvPr/>
        </p:nvCxnSpPr>
        <p:spPr>
          <a:xfrm>
            <a:off x="7700100" y="2252375"/>
            <a:ext cx="0" cy="281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8"/>
          <p:cNvSpPr txBox="1"/>
          <p:nvPr>
            <p:ph idx="3" type="subTitle"/>
          </p:nvPr>
        </p:nvSpPr>
        <p:spPr>
          <a:xfrm>
            <a:off x="5351675" y="2357950"/>
            <a:ext cx="591900" cy="4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Updates">
  <p:cSld name="MAIN_POINT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9"/>
          <p:cNvGraphicFramePr/>
          <p:nvPr/>
        </p:nvGraphicFramePr>
        <p:xfrm>
          <a:off x="226313" y="142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98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" name="Google Shape;73;p9"/>
          <p:cNvGraphicFramePr/>
          <p:nvPr/>
        </p:nvGraphicFramePr>
        <p:xfrm>
          <a:off x="226300" y="2657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98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" name="Google Shape;74;p9"/>
          <p:cNvGraphicFramePr/>
          <p:nvPr/>
        </p:nvGraphicFramePr>
        <p:xfrm>
          <a:off x="226300" y="389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98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" name="Google Shape;75;p9"/>
          <p:cNvSpPr txBox="1"/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9"/>
          <p:cNvSpPr txBox="1"/>
          <p:nvPr>
            <p:ph idx="1" type="subTitle"/>
          </p:nvPr>
        </p:nvSpPr>
        <p:spPr>
          <a:xfrm>
            <a:off x="230900" y="1420775"/>
            <a:ext cx="2140200" cy="98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230900" y="2657638"/>
            <a:ext cx="2140200" cy="98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3" type="subTitle"/>
          </p:nvPr>
        </p:nvSpPr>
        <p:spPr>
          <a:xfrm>
            <a:off x="230900" y="3894525"/>
            <a:ext cx="2140200" cy="98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4" type="body"/>
          </p:nvPr>
        </p:nvSpPr>
        <p:spPr>
          <a:xfrm>
            <a:off x="3086100" y="1420975"/>
            <a:ext cx="2857500" cy="9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3086100" y="2657788"/>
            <a:ext cx="2857500" cy="9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6" type="body"/>
          </p:nvPr>
        </p:nvSpPr>
        <p:spPr>
          <a:xfrm>
            <a:off x="3085975" y="3894525"/>
            <a:ext cx="2857500" cy="9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7" type="title"/>
          </p:nvPr>
        </p:nvSpPr>
        <p:spPr>
          <a:xfrm>
            <a:off x="6106025" y="1421125"/>
            <a:ext cx="2811900" cy="9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83" name="Google Shape;83;p9"/>
          <p:cNvSpPr txBox="1"/>
          <p:nvPr>
            <p:ph idx="8" type="title"/>
          </p:nvPr>
        </p:nvSpPr>
        <p:spPr>
          <a:xfrm>
            <a:off x="6106025" y="2657788"/>
            <a:ext cx="2811900" cy="9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84" name="Google Shape;84;p9"/>
          <p:cNvSpPr txBox="1"/>
          <p:nvPr>
            <p:ph idx="9" type="title"/>
          </p:nvPr>
        </p:nvSpPr>
        <p:spPr>
          <a:xfrm>
            <a:off x="6106025" y="3894475"/>
            <a:ext cx="2811900" cy="9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85" name="Google Shape;8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ing pan">
  <p:cSld name="CUSTOM_7"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10"/>
          <p:cNvGraphicFramePr/>
          <p:nvPr/>
        </p:nvGraphicFramePr>
        <p:xfrm>
          <a:off x="228588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2711825"/>
              </a:tblGrid>
              <a:tr h="371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Google Shape;88;p10"/>
          <p:cNvGraphicFramePr/>
          <p:nvPr/>
        </p:nvGraphicFramePr>
        <p:xfrm>
          <a:off x="3216075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2711825"/>
              </a:tblGrid>
              <a:tr h="371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" name="Google Shape;89;p10"/>
          <p:cNvGraphicFramePr/>
          <p:nvPr/>
        </p:nvGraphicFramePr>
        <p:xfrm>
          <a:off x="6203563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2711825"/>
              </a:tblGrid>
              <a:tr h="371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0"/>
          <p:cNvSpPr txBox="1"/>
          <p:nvPr>
            <p:ph type="title"/>
          </p:nvPr>
        </p:nvSpPr>
        <p:spPr>
          <a:xfrm>
            <a:off x="230900" y="454775"/>
            <a:ext cx="4406400" cy="4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1" type="body"/>
          </p:nvPr>
        </p:nvSpPr>
        <p:spPr>
          <a:xfrm>
            <a:off x="356300" y="2437750"/>
            <a:ext cx="2456400" cy="24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2" type="body"/>
          </p:nvPr>
        </p:nvSpPr>
        <p:spPr>
          <a:xfrm>
            <a:off x="3343788" y="2437750"/>
            <a:ext cx="2456400" cy="24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3" type="body"/>
          </p:nvPr>
        </p:nvSpPr>
        <p:spPr>
          <a:xfrm>
            <a:off x="6331275" y="2437750"/>
            <a:ext cx="2456400" cy="24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4" type="title"/>
          </p:nvPr>
        </p:nvSpPr>
        <p:spPr>
          <a:xfrm>
            <a:off x="333350" y="1565975"/>
            <a:ext cx="25023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idx="5" type="title"/>
          </p:nvPr>
        </p:nvSpPr>
        <p:spPr>
          <a:xfrm>
            <a:off x="3320850" y="1565975"/>
            <a:ext cx="25023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96" name="Google Shape;96;p10"/>
          <p:cNvSpPr txBox="1"/>
          <p:nvPr>
            <p:ph idx="6" type="title"/>
          </p:nvPr>
        </p:nvSpPr>
        <p:spPr>
          <a:xfrm>
            <a:off x="6308325" y="1565975"/>
            <a:ext cx="25023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&amp; Key Results">
  <p:cSld name="CUSTOM_8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 txBox="1"/>
          <p:nvPr>
            <p:ph type="title"/>
          </p:nvPr>
        </p:nvSpPr>
        <p:spPr>
          <a:xfrm>
            <a:off x="230900" y="457200"/>
            <a:ext cx="72618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00" name="Google Shape;100;p11"/>
          <p:cNvSpPr/>
          <p:nvPr/>
        </p:nvSpPr>
        <p:spPr>
          <a:xfrm>
            <a:off x="230900" y="1552700"/>
            <a:ext cx="8684400" cy="78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229800" y="2414133"/>
            <a:ext cx="8684400" cy="78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229800" y="3275567"/>
            <a:ext cx="8684400" cy="78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229800" y="4137000"/>
            <a:ext cx="8684400" cy="78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4" name="Google Shape;104;p11"/>
          <p:cNvSpPr txBox="1"/>
          <p:nvPr>
            <p:ph idx="1" type="subTitle"/>
          </p:nvPr>
        </p:nvSpPr>
        <p:spPr>
          <a:xfrm>
            <a:off x="228600" y="1552700"/>
            <a:ext cx="17823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2" type="subTitle"/>
          </p:nvPr>
        </p:nvSpPr>
        <p:spPr>
          <a:xfrm>
            <a:off x="228600" y="2414138"/>
            <a:ext cx="17823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subTitle"/>
          </p:nvPr>
        </p:nvSpPr>
        <p:spPr>
          <a:xfrm>
            <a:off x="228600" y="3275563"/>
            <a:ext cx="17823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28600" y="4136988"/>
            <a:ext cx="17823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5" type="body"/>
          </p:nvPr>
        </p:nvSpPr>
        <p:spPr>
          <a:xfrm>
            <a:off x="3940475" y="1552850"/>
            <a:ext cx="49737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6" type="body"/>
          </p:nvPr>
        </p:nvSpPr>
        <p:spPr>
          <a:xfrm>
            <a:off x="3940475" y="2414213"/>
            <a:ext cx="49737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7" type="body"/>
          </p:nvPr>
        </p:nvSpPr>
        <p:spPr>
          <a:xfrm>
            <a:off x="3940475" y="3275613"/>
            <a:ext cx="49737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8" type="body"/>
          </p:nvPr>
        </p:nvSpPr>
        <p:spPr>
          <a:xfrm>
            <a:off x="3940475" y="4137013"/>
            <a:ext cx="49737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9" type="subTitle"/>
          </p:nvPr>
        </p:nvSpPr>
        <p:spPr>
          <a:xfrm>
            <a:off x="3205625" y="1552850"/>
            <a:ext cx="7146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3" type="subTitle"/>
          </p:nvPr>
        </p:nvSpPr>
        <p:spPr>
          <a:xfrm>
            <a:off x="3205625" y="2414292"/>
            <a:ext cx="7146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14" type="subTitle"/>
          </p:nvPr>
        </p:nvSpPr>
        <p:spPr>
          <a:xfrm>
            <a:off x="3205625" y="3275721"/>
            <a:ext cx="7146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5" type="subTitle"/>
          </p:nvPr>
        </p:nvSpPr>
        <p:spPr>
          <a:xfrm>
            <a:off x="3205625" y="4137150"/>
            <a:ext cx="7146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rimson Pro Medium"/>
              <a:buNone/>
              <a:defRPr sz="1800">
                <a:solidFill>
                  <a:schemeClr val="dk2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Takeaway">
  <p:cSld name="CUSTOM_9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19" name="Google Shape;11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ing Channel Activation">
  <p:cSld name="CUSTOM_9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3"/>
          <p:cNvGrpSpPr/>
          <p:nvPr/>
        </p:nvGrpSpPr>
        <p:grpSpPr>
          <a:xfrm>
            <a:off x="4637287" y="1494264"/>
            <a:ext cx="4163582" cy="3311923"/>
            <a:chOff x="376350" y="1494264"/>
            <a:chExt cx="6291300" cy="3311923"/>
          </a:xfrm>
        </p:grpSpPr>
        <p:cxnSp>
          <p:nvCxnSpPr>
            <p:cNvPr id="122" name="Google Shape;122;p13"/>
            <p:cNvCxnSpPr/>
            <p:nvPr/>
          </p:nvCxnSpPr>
          <p:spPr>
            <a:xfrm>
              <a:off x="376350" y="1494264"/>
              <a:ext cx="6291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13"/>
            <p:cNvCxnSpPr/>
            <p:nvPr/>
          </p:nvCxnSpPr>
          <p:spPr>
            <a:xfrm>
              <a:off x="376350" y="2317875"/>
              <a:ext cx="6291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13"/>
            <p:cNvCxnSpPr/>
            <p:nvPr/>
          </p:nvCxnSpPr>
          <p:spPr>
            <a:xfrm>
              <a:off x="376350" y="3150225"/>
              <a:ext cx="6291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13"/>
            <p:cNvCxnSpPr/>
            <p:nvPr/>
          </p:nvCxnSpPr>
          <p:spPr>
            <a:xfrm>
              <a:off x="376350" y="3982575"/>
              <a:ext cx="6291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13"/>
            <p:cNvCxnSpPr/>
            <p:nvPr/>
          </p:nvCxnSpPr>
          <p:spPr>
            <a:xfrm>
              <a:off x="376350" y="4806186"/>
              <a:ext cx="6291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7" name="Google Shape;127;p13"/>
          <p:cNvSpPr/>
          <p:nvPr/>
        </p:nvSpPr>
        <p:spPr>
          <a:xfrm rot="10800000">
            <a:off x="342900" y="1485525"/>
            <a:ext cx="6358200" cy="3329400"/>
          </a:xfrm>
          <a:prstGeom prst="trapezoid">
            <a:avLst>
              <a:gd fmla="val 5774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grpSp>
        <p:nvGrpSpPr>
          <p:cNvPr id="129" name="Google Shape;129;p13"/>
          <p:cNvGrpSpPr/>
          <p:nvPr/>
        </p:nvGrpSpPr>
        <p:grpSpPr>
          <a:xfrm>
            <a:off x="342887" y="2317875"/>
            <a:ext cx="5878660" cy="1664700"/>
            <a:chOff x="376350" y="2317875"/>
            <a:chExt cx="5817000" cy="16647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6350" y="2317875"/>
              <a:ext cx="58170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13"/>
            <p:cNvCxnSpPr>
              <a:endCxn id="127" idx="1"/>
            </p:cNvCxnSpPr>
            <p:nvPr/>
          </p:nvCxnSpPr>
          <p:spPr>
            <a:xfrm>
              <a:off x="376374" y="3150225"/>
              <a:ext cx="53403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13"/>
            <p:cNvCxnSpPr/>
            <p:nvPr/>
          </p:nvCxnSpPr>
          <p:spPr>
            <a:xfrm>
              <a:off x="376350" y="3982575"/>
              <a:ext cx="48657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13"/>
          <p:cNvSpPr txBox="1"/>
          <p:nvPr>
            <p:ph idx="1" type="subTitle"/>
          </p:nvPr>
        </p:nvSpPr>
        <p:spPr>
          <a:xfrm>
            <a:off x="2630850" y="1503002"/>
            <a:ext cx="17823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2" type="subTitle"/>
          </p:nvPr>
        </p:nvSpPr>
        <p:spPr>
          <a:xfrm>
            <a:off x="2630850" y="2359377"/>
            <a:ext cx="17823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3" type="subTitle"/>
          </p:nvPr>
        </p:nvSpPr>
        <p:spPr>
          <a:xfrm>
            <a:off x="2630850" y="3142377"/>
            <a:ext cx="17823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36" name="Google Shape;136;p13"/>
          <p:cNvSpPr txBox="1"/>
          <p:nvPr>
            <p:ph idx="4" type="subTitle"/>
          </p:nvPr>
        </p:nvSpPr>
        <p:spPr>
          <a:xfrm>
            <a:off x="2630850" y="3998752"/>
            <a:ext cx="17823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rimson Pro Medium"/>
              <a:buNone/>
              <a:defRPr sz="1800">
                <a:solidFill>
                  <a:schemeClr val="lt1"/>
                </a:solidFill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5" type="title"/>
          </p:nvPr>
        </p:nvSpPr>
        <p:spPr>
          <a:xfrm>
            <a:off x="6658275" y="1539825"/>
            <a:ext cx="21426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8" name="Google Shape;138;p13"/>
          <p:cNvSpPr txBox="1"/>
          <p:nvPr>
            <p:ph idx="6" type="title"/>
          </p:nvPr>
        </p:nvSpPr>
        <p:spPr>
          <a:xfrm>
            <a:off x="6156125" y="2372675"/>
            <a:ext cx="26445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9" name="Google Shape;139;p13"/>
          <p:cNvSpPr txBox="1"/>
          <p:nvPr>
            <p:ph idx="7" type="title"/>
          </p:nvPr>
        </p:nvSpPr>
        <p:spPr>
          <a:xfrm>
            <a:off x="5724800" y="3197675"/>
            <a:ext cx="30759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0" name="Google Shape;140;p13"/>
          <p:cNvSpPr txBox="1"/>
          <p:nvPr>
            <p:ph idx="8" type="title"/>
          </p:nvPr>
        </p:nvSpPr>
        <p:spPr>
          <a:xfrm>
            <a:off x="5229250" y="4051250"/>
            <a:ext cx="35715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" name="Google Shape;14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TITLE_AND_DESCRI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type="title"/>
          </p:nvPr>
        </p:nvSpPr>
        <p:spPr>
          <a:xfrm>
            <a:off x="4634650" y="0"/>
            <a:ext cx="4280700" cy="19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/>
        </p:txBody>
      </p:sp>
      <p:sp>
        <p:nvSpPr>
          <p:cNvPr id="145" name="Google Shape;145;p14"/>
          <p:cNvSpPr txBox="1"/>
          <p:nvPr>
            <p:ph idx="3" type="title"/>
          </p:nvPr>
        </p:nvSpPr>
        <p:spPr>
          <a:xfrm>
            <a:off x="0" y="3677475"/>
            <a:ext cx="2491200" cy="13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/>
        </p:txBody>
      </p:sp>
      <p:sp>
        <p:nvSpPr>
          <p:cNvPr id="146" name="Google Shape;14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hoto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5"/>
          <p:cNvSpPr txBox="1"/>
          <p:nvPr>
            <p:ph idx="1" type="subTitle"/>
          </p:nvPr>
        </p:nvSpPr>
        <p:spPr>
          <a:xfrm>
            <a:off x="6079775" y="3835075"/>
            <a:ext cx="2835600" cy="12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Crimson Pro"/>
              <a:buNone/>
              <a:defRPr>
                <a:latin typeface="Crimson Pro"/>
                <a:ea typeface="Crimson Pro"/>
                <a:cs typeface="Crimson Pro"/>
                <a:sym typeface="Crimson Pro"/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slide 2">
  <p:cSld name="BIG_NUMBER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6"/>
          <p:cNvSpPr txBox="1"/>
          <p:nvPr>
            <p:ph type="title"/>
          </p:nvPr>
        </p:nvSpPr>
        <p:spPr>
          <a:xfrm>
            <a:off x="230900" y="457200"/>
            <a:ext cx="6427500" cy="15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/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5349150" y="2957175"/>
            <a:ext cx="3452100" cy="19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155" name="Google Shape;155;p16"/>
          <p:cNvSpPr txBox="1"/>
          <p:nvPr>
            <p:ph idx="3" type="subTitle"/>
          </p:nvPr>
        </p:nvSpPr>
        <p:spPr>
          <a:xfrm>
            <a:off x="235575" y="3861200"/>
            <a:ext cx="28575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156" name="Google Shape;156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slide 3">
  <p:cSld name="CUSTOM_4">
    <p:bg>
      <p:bgPr>
        <a:solidFill>
          <a:schemeClr val="lt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17"/>
          <p:cNvSpPr txBox="1"/>
          <p:nvPr>
            <p:ph type="title"/>
          </p:nvPr>
        </p:nvSpPr>
        <p:spPr>
          <a:xfrm>
            <a:off x="230900" y="457200"/>
            <a:ext cx="6427500" cy="15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9pPr>
          </a:lstStyle>
          <a:p/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230900" y="2957175"/>
            <a:ext cx="3452100" cy="19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161" name="Google Shape;161;p17"/>
          <p:cNvSpPr txBox="1"/>
          <p:nvPr>
            <p:ph idx="3" type="subTitle"/>
          </p:nvPr>
        </p:nvSpPr>
        <p:spPr>
          <a:xfrm>
            <a:off x="6063950" y="3083100"/>
            <a:ext cx="2857500" cy="18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162" name="Google Shape;16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Snapshot">
  <p:cSld name="CUSTOM_17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230900" y="457200"/>
            <a:ext cx="4406400" cy="1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65" name="Google Shape;165;p18"/>
          <p:cNvSpPr txBox="1"/>
          <p:nvPr>
            <p:ph idx="2" type="title"/>
          </p:nvPr>
        </p:nvSpPr>
        <p:spPr>
          <a:xfrm>
            <a:off x="4514725" y="457200"/>
            <a:ext cx="4400700" cy="12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cxnSp>
        <p:nvCxnSpPr>
          <p:cNvPr id="166" name="Google Shape;166;p18"/>
          <p:cNvCxnSpPr/>
          <p:nvPr/>
        </p:nvCxnSpPr>
        <p:spPr>
          <a:xfrm>
            <a:off x="228593" y="2547947"/>
            <a:ext cx="4130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8"/>
          <p:cNvCxnSpPr/>
          <p:nvPr/>
        </p:nvCxnSpPr>
        <p:spPr>
          <a:xfrm>
            <a:off x="228593" y="3141710"/>
            <a:ext cx="4130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8"/>
          <p:cNvCxnSpPr/>
          <p:nvPr/>
        </p:nvCxnSpPr>
        <p:spPr>
          <a:xfrm>
            <a:off x="4787401" y="3156573"/>
            <a:ext cx="4128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8"/>
          <p:cNvCxnSpPr/>
          <p:nvPr/>
        </p:nvCxnSpPr>
        <p:spPr>
          <a:xfrm>
            <a:off x="4787401" y="4383431"/>
            <a:ext cx="41280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8"/>
          <p:cNvCxnSpPr/>
          <p:nvPr/>
        </p:nvCxnSpPr>
        <p:spPr>
          <a:xfrm>
            <a:off x="4787401" y="2541925"/>
            <a:ext cx="4128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/>
          <p:nvPr/>
        </p:nvCxnSpPr>
        <p:spPr>
          <a:xfrm>
            <a:off x="4787401" y="3789668"/>
            <a:ext cx="4128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8"/>
          <p:cNvCxnSpPr/>
          <p:nvPr/>
        </p:nvCxnSpPr>
        <p:spPr>
          <a:xfrm>
            <a:off x="4787387" y="1954430"/>
            <a:ext cx="4128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229798" y="1954430"/>
            <a:ext cx="4128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18"/>
          <p:cNvSpPr txBox="1"/>
          <p:nvPr>
            <p:ph idx="1" type="subTitle"/>
          </p:nvPr>
        </p:nvSpPr>
        <p:spPr>
          <a:xfrm>
            <a:off x="228600" y="1384300"/>
            <a:ext cx="3060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75" name="Google Shape;175;p18"/>
          <p:cNvSpPr txBox="1"/>
          <p:nvPr>
            <p:ph idx="3" type="subTitle"/>
          </p:nvPr>
        </p:nvSpPr>
        <p:spPr>
          <a:xfrm>
            <a:off x="4787400" y="1384300"/>
            <a:ext cx="3060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76" name="Google Shape;176;p18"/>
          <p:cNvSpPr txBox="1"/>
          <p:nvPr>
            <p:ph idx="4" type="subTitle"/>
          </p:nvPr>
        </p:nvSpPr>
        <p:spPr>
          <a:xfrm>
            <a:off x="228600" y="1971750"/>
            <a:ext cx="15981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7" name="Google Shape;177;p18"/>
          <p:cNvSpPr txBox="1"/>
          <p:nvPr>
            <p:ph idx="5" type="subTitle"/>
          </p:nvPr>
        </p:nvSpPr>
        <p:spPr>
          <a:xfrm>
            <a:off x="236041" y="2565375"/>
            <a:ext cx="15981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8" name="Google Shape;178;p18"/>
          <p:cNvSpPr txBox="1"/>
          <p:nvPr>
            <p:ph idx="6" type="title"/>
          </p:nvPr>
        </p:nvSpPr>
        <p:spPr>
          <a:xfrm>
            <a:off x="2438400" y="1981200"/>
            <a:ext cx="19299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9" name="Google Shape;179;p18"/>
          <p:cNvSpPr txBox="1"/>
          <p:nvPr>
            <p:ph idx="7" type="title"/>
          </p:nvPr>
        </p:nvSpPr>
        <p:spPr>
          <a:xfrm>
            <a:off x="2438400" y="2565375"/>
            <a:ext cx="19299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80" name="Google Shape;180;p18"/>
          <p:cNvSpPr txBox="1"/>
          <p:nvPr>
            <p:ph idx="8" type="subTitle"/>
          </p:nvPr>
        </p:nvSpPr>
        <p:spPr>
          <a:xfrm>
            <a:off x="243403" y="3159125"/>
            <a:ext cx="15981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9" type="title"/>
          </p:nvPr>
        </p:nvSpPr>
        <p:spPr>
          <a:xfrm>
            <a:off x="2445532" y="3159125"/>
            <a:ext cx="19299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82" name="Google Shape;182;p18"/>
          <p:cNvSpPr txBox="1"/>
          <p:nvPr>
            <p:ph idx="13" type="subTitle"/>
          </p:nvPr>
        </p:nvSpPr>
        <p:spPr>
          <a:xfrm>
            <a:off x="4781550" y="1958400"/>
            <a:ext cx="18768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3" name="Google Shape;183;p18"/>
          <p:cNvSpPr txBox="1"/>
          <p:nvPr>
            <p:ph idx="14" type="title"/>
          </p:nvPr>
        </p:nvSpPr>
        <p:spPr>
          <a:xfrm>
            <a:off x="6991350" y="1967838"/>
            <a:ext cx="19299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84" name="Google Shape;184;p18"/>
          <p:cNvSpPr txBox="1"/>
          <p:nvPr>
            <p:ph idx="15" type="subTitle"/>
          </p:nvPr>
        </p:nvSpPr>
        <p:spPr>
          <a:xfrm>
            <a:off x="4781550" y="2552763"/>
            <a:ext cx="18768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5" name="Google Shape;185;p18"/>
          <p:cNvSpPr txBox="1"/>
          <p:nvPr>
            <p:ph idx="16" type="title"/>
          </p:nvPr>
        </p:nvSpPr>
        <p:spPr>
          <a:xfrm>
            <a:off x="6991350" y="2562200"/>
            <a:ext cx="19299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7" type="subTitle"/>
          </p:nvPr>
        </p:nvSpPr>
        <p:spPr>
          <a:xfrm>
            <a:off x="4781550" y="3188950"/>
            <a:ext cx="18768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7" name="Google Shape;187;p18"/>
          <p:cNvSpPr txBox="1"/>
          <p:nvPr>
            <p:ph idx="18" type="title"/>
          </p:nvPr>
        </p:nvSpPr>
        <p:spPr>
          <a:xfrm>
            <a:off x="6991350" y="3198388"/>
            <a:ext cx="19299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9" type="subTitle"/>
          </p:nvPr>
        </p:nvSpPr>
        <p:spPr>
          <a:xfrm>
            <a:off x="4781550" y="3802375"/>
            <a:ext cx="18768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9" name="Google Shape;189;p18"/>
          <p:cNvSpPr txBox="1"/>
          <p:nvPr>
            <p:ph idx="20" type="title"/>
          </p:nvPr>
        </p:nvSpPr>
        <p:spPr>
          <a:xfrm>
            <a:off x="6991350" y="3811813"/>
            <a:ext cx="19299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90" name="Google Shape;190;p18"/>
          <p:cNvSpPr txBox="1"/>
          <p:nvPr>
            <p:ph idx="21" type="subTitle"/>
          </p:nvPr>
        </p:nvSpPr>
        <p:spPr>
          <a:xfrm>
            <a:off x="4781550" y="4405575"/>
            <a:ext cx="18768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Crimson Pro"/>
              <a:buNone/>
              <a:defRPr b="1" sz="1600">
                <a:latin typeface="Crimson Pro"/>
                <a:ea typeface="Crimson Pro"/>
                <a:cs typeface="Crimson Pro"/>
                <a:sym typeface="Crimson Pro"/>
              </a:defRPr>
            </a:lvl9pPr>
          </a:lstStyle>
          <a:p/>
        </p:txBody>
      </p:sp>
      <p:sp>
        <p:nvSpPr>
          <p:cNvPr id="191" name="Google Shape;191;p18"/>
          <p:cNvSpPr txBox="1"/>
          <p:nvPr>
            <p:ph idx="22" type="title"/>
          </p:nvPr>
        </p:nvSpPr>
        <p:spPr>
          <a:xfrm>
            <a:off x="6991350" y="4415013"/>
            <a:ext cx="19299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92" name="Google Shape;19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s" type="blank">
  <p:cSld name="BLANK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19"/>
          <p:cNvCxnSpPr/>
          <p:nvPr/>
        </p:nvCxnSpPr>
        <p:spPr>
          <a:xfrm>
            <a:off x="230900" y="1913425"/>
            <a:ext cx="8684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19"/>
          <p:cNvCxnSpPr/>
          <p:nvPr/>
        </p:nvCxnSpPr>
        <p:spPr>
          <a:xfrm>
            <a:off x="230900" y="2646088"/>
            <a:ext cx="8684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9"/>
          <p:cNvCxnSpPr/>
          <p:nvPr/>
        </p:nvCxnSpPr>
        <p:spPr>
          <a:xfrm>
            <a:off x="230900" y="3378750"/>
            <a:ext cx="8684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19"/>
          <p:cNvCxnSpPr/>
          <p:nvPr/>
        </p:nvCxnSpPr>
        <p:spPr>
          <a:xfrm>
            <a:off x="230900" y="4111413"/>
            <a:ext cx="8684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19"/>
          <p:cNvCxnSpPr/>
          <p:nvPr/>
        </p:nvCxnSpPr>
        <p:spPr>
          <a:xfrm>
            <a:off x="230900" y="4844075"/>
            <a:ext cx="86847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19"/>
          <p:cNvSpPr txBox="1"/>
          <p:nvPr>
            <p:ph type="title"/>
          </p:nvPr>
        </p:nvSpPr>
        <p:spPr>
          <a:xfrm>
            <a:off x="230900" y="457200"/>
            <a:ext cx="4406400" cy="1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/>
        </p:txBody>
      </p:sp>
      <p:sp>
        <p:nvSpPr>
          <p:cNvPr id="200" name="Google Shape;200;p19"/>
          <p:cNvSpPr txBox="1"/>
          <p:nvPr>
            <p:ph idx="2" type="title"/>
          </p:nvPr>
        </p:nvSpPr>
        <p:spPr>
          <a:xfrm>
            <a:off x="4514725" y="457200"/>
            <a:ext cx="4400700" cy="1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" type="subTitle"/>
          </p:nvPr>
        </p:nvSpPr>
        <p:spPr>
          <a:xfrm>
            <a:off x="230900" y="4111523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3" type="subTitle"/>
          </p:nvPr>
        </p:nvSpPr>
        <p:spPr>
          <a:xfrm>
            <a:off x="2532658" y="4111500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03" name="Google Shape;203;p19"/>
          <p:cNvSpPr txBox="1"/>
          <p:nvPr>
            <p:ph idx="4" type="subTitle"/>
          </p:nvPr>
        </p:nvSpPr>
        <p:spPr>
          <a:xfrm>
            <a:off x="7138846" y="4111500"/>
            <a:ext cx="17796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04" name="Google Shape;204;p19"/>
          <p:cNvSpPr txBox="1"/>
          <p:nvPr>
            <p:ph idx="5" type="subTitle"/>
          </p:nvPr>
        </p:nvSpPr>
        <p:spPr>
          <a:xfrm>
            <a:off x="4834417" y="4111500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05" name="Google Shape;205;p19"/>
          <p:cNvSpPr txBox="1"/>
          <p:nvPr>
            <p:ph idx="6" type="subTitle"/>
          </p:nvPr>
        </p:nvSpPr>
        <p:spPr>
          <a:xfrm>
            <a:off x="228225" y="3378773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06" name="Google Shape;206;p19"/>
          <p:cNvSpPr txBox="1"/>
          <p:nvPr>
            <p:ph idx="7" type="subTitle"/>
          </p:nvPr>
        </p:nvSpPr>
        <p:spPr>
          <a:xfrm>
            <a:off x="2529983" y="3378750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07" name="Google Shape;207;p19"/>
          <p:cNvSpPr txBox="1"/>
          <p:nvPr>
            <p:ph idx="8" type="subTitle"/>
          </p:nvPr>
        </p:nvSpPr>
        <p:spPr>
          <a:xfrm>
            <a:off x="7136175" y="3378750"/>
            <a:ext cx="17796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08" name="Google Shape;208;p19"/>
          <p:cNvSpPr txBox="1"/>
          <p:nvPr>
            <p:ph idx="9" type="subTitle"/>
          </p:nvPr>
        </p:nvSpPr>
        <p:spPr>
          <a:xfrm>
            <a:off x="4831742" y="3378750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09" name="Google Shape;209;p19"/>
          <p:cNvSpPr txBox="1"/>
          <p:nvPr>
            <p:ph idx="13" type="subTitle"/>
          </p:nvPr>
        </p:nvSpPr>
        <p:spPr>
          <a:xfrm>
            <a:off x="228225" y="2646123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10" name="Google Shape;210;p19"/>
          <p:cNvSpPr txBox="1"/>
          <p:nvPr>
            <p:ph idx="14" type="subTitle"/>
          </p:nvPr>
        </p:nvSpPr>
        <p:spPr>
          <a:xfrm>
            <a:off x="2529983" y="2646100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11" name="Google Shape;211;p19"/>
          <p:cNvSpPr txBox="1"/>
          <p:nvPr>
            <p:ph idx="15" type="subTitle"/>
          </p:nvPr>
        </p:nvSpPr>
        <p:spPr>
          <a:xfrm>
            <a:off x="7136175" y="2646100"/>
            <a:ext cx="17796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12" name="Google Shape;212;p19"/>
          <p:cNvSpPr txBox="1"/>
          <p:nvPr>
            <p:ph idx="16" type="subTitle"/>
          </p:nvPr>
        </p:nvSpPr>
        <p:spPr>
          <a:xfrm>
            <a:off x="4831742" y="2646100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13" name="Google Shape;213;p19"/>
          <p:cNvSpPr txBox="1"/>
          <p:nvPr>
            <p:ph idx="17" type="subTitle"/>
          </p:nvPr>
        </p:nvSpPr>
        <p:spPr>
          <a:xfrm>
            <a:off x="228225" y="1913448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14" name="Google Shape;214;p19"/>
          <p:cNvSpPr txBox="1"/>
          <p:nvPr>
            <p:ph idx="18" type="subTitle"/>
          </p:nvPr>
        </p:nvSpPr>
        <p:spPr>
          <a:xfrm>
            <a:off x="2529983" y="1913425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15" name="Google Shape;215;p19"/>
          <p:cNvSpPr txBox="1"/>
          <p:nvPr>
            <p:ph idx="19" type="subTitle"/>
          </p:nvPr>
        </p:nvSpPr>
        <p:spPr>
          <a:xfrm>
            <a:off x="7136175" y="1913425"/>
            <a:ext cx="17796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16" name="Google Shape;216;p19"/>
          <p:cNvSpPr txBox="1"/>
          <p:nvPr>
            <p:ph idx="20" type="subTitle"/>
          </p:nvPr>
        </p:nvSpPr>
        <p:spPr>
          <a:xfrm>
            <a:off x="4831742" y="1913425"/>
            <a:ext cx="1782300" cy="7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rimson Pro Medium"/>
              <a:buNone/>
              <a:defRPr sz="16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17" name="Google Shape;21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&amp; Answers">
  <p:cSld name="CUSTOM_5"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20"/>
          <p:cNvCxnSpPr/>
          <p:nvPr/>
        </p:nvCxnSpPr>
        <p:spPr>
          <a:xfrm>
            <a:off x="230900" y="2446575"/>
            <a:ext cx="428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0"/>
          <p:cNvCxnSpPr/>
          <p:nvPr/>
        </p:nvCxnSpPr>
        <p:spPr>
          <a:xfrm>
            <a:off x="230900" y="3234225"/>
            <a:ext cx="428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0"/>
          <p:cNvCxnSpPr/>
          <p:nvPr/>
        </p:nvCxnSpPr>
        <p:spPr>
          <a:xfrm>
            <a:off x="230900" y="4920000"/>
            <a:ext cx="8684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0"/>
          <p:cNvCxnSpPr/>
          <p:nvPr/>
        </p:nvCxnSpPr>
        <p:spPr>
          <a:xfrm>
            <a:off x="230900" y="4021850"/>
            <a:ext cx="428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0"/>
          <p:cNvCxnSpPr/>
          <p:nvPr/>
        </p:nvCxnSpPr>
        <p:spPr>
          <a:xfrm>
            <a:off x="4637300" y="2446575"/>
            <a:ext cx="428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0"/>
          <p:cNvCxnSpPr/>
          <p:nvPr/>
        </p:nvCxnSpPr>
        <p:spPr>
          <a:xfrm>
            <a:off x="4637300" y="3234225"/>
            <a:ext cx="428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0"/>
          <p:cNvCxnSpPr/>
          <p:nvPr/>
        </p:nvCxnSpPr>
        <p:spPr>
          <a:xfrm>
            <a:off x="4637300" y="4021850"/>
            <a:ext cx="428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0"/>
          <p:cNvSpPr txBox="1"/>
          <p:nvPr>
            <p:ph type="title"/>
          </p:nvPr>
        </p:nvSpPr>
        <p:spPr>
          <a:xfrm>
            <a:off x="230900" y="457200"/>
            <a:ext cx="4280700" cy="16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227" name="Google Shape;227;p20"/>
          <p:cNvSpPr txBox="1"/>
          <p:nvPr>
            <p:ph idx="1" type="subTitle"/>
          </p:nvPr>
        </p:nvSpPr>
        <p:spPr>
          <a:xfrm>
            <a:off x="239450" y="2568800"/>
            <a:ext cx="42837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28" name="Google Shape;228;p20"/>
          <p:cNvSpPr txBox="1"/>
          <p:nvPr>
            <p:ph idx="2" type="subTitle"/>
          </p:nvPr>
        </p:nvSpPr>
        <p:spPr>
          <a:xfrm>
            <a:off x="239450" y="2825198"/>
            <a:ext cx="4283700" cy="2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9" name="Google Shape;229;p20"/>
          <p:cNvSpPr txBox="1"/>
          <p:nvPr>
            <p:ph idx="3" type="subTitle"/>
          </p:nvPr>
        </p:nvSpPr>
        <p:spPr>
          <a:xfrm>
            <a:off x="228600" y="3356450"/>
            <a:ext cx="42945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0" name="Google Shape;230;p20"/>
          <p:cNvSpPr txBox="1"/>
          <p:nvPr>
            <p:ph idx="4" type="subTitle"/>
          </p:nvPr>
        </p:nvSpPr>
        <p:spPr>
          <a:xfrm>
            <a:off x="228600" y="3612828"/>
            <a:ext cx="4294500" cy="2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1" name="Google Shape;231;p20"/>
          <p:cNvSpPr txBox="1"/>
          <p:nvPr>
            <p:ph idx="5" type="subTitle"/>
          </p:nvPr>
        </p:nvSpPr>
        <p:spPr>
          <a:xfrm>
            <a:off x="228600" y="4199325"/>
            <a:ext cx="42837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2" name="Google Shape;232;p20"/>
          <p:cNvSpPr txBox="1"/>
          <p:nvPr>
            <p:ph idx="6" type="subTitle"/>
          </p:nvPr>
        </p:nvSpPr>
        <p:spPr>
          <a:xfrm>
            <a:off x="228600" y="4455723"/>
            <a:ext cx="4283700" cy="2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3" name="Google Shape;233;p20"/>
          <p:cNvSpPr txBox="1"/>
          <p:nvPr>
            <p:ph idx="7" type="subTitle"/>
          </p:nvPr>
        </p:nvSpPr>
        <p:spPr>
          <a:xfrm>
            <a:off x="4637606" y="2568800"/>
            <a:ext cx="42807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4" name="Google Shape;234;p20"/>
          <p:cNvSpPr txBox="1"/>
          <p:nvPr>
            <p:ph idx="8" type="subTitle"/>
          </p:nvPr>
        </p:nvSpPr>
        <p:spPr>
          <a:xfrm>
            <a:off x="4637606" y="2825193"/>
            <a:ext cx="4280700" cy="2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9" type="subTitle"/>
          </p:nvPr>
        </p:nvSpPr>
        <p:spPr>
          <a:xfrm>
            <a:off x="4634650" y="3356440"/>
            <a:ext cx="42807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6" name="Google Shape;236;p20"/>
          <p:cNvSpPr txBox="1"/>
          <p:nvPr>
            <p:ph idx="13" type="subTitle"/>
          </p:nvPr>
        </p:nvSpPr>
        <p:spPr>
          <a:xfrm>
            <a:off x="4634650" y="3612833"/>
            <a:ext cx="4280700" cy="2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14" type="subTitle"/>
          </p:nvPr>
        </p:nvSpPr>
        <p:spPr>
          <a:xfrm>
            <a:off x="4634650" y="4199331"/>
            <a:ext cx="42807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5" type="subTitle"/>
          </p:nvPr>
        </p:nvSpPr>
        <p:spPr>
          <a:xfrm>
            <a:off x="4634650" y="4455724"/>
            <a:ext cx="4280700" cy="2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Space Grotesk"/>
              <a:buNone/>
              <a:defRPr b="1" sz="12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0" name="Google Shape;240;p20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241" name="Google Shape;241;p20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243" name="Google Shape;243;p20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4" name="Google Shape;244;p20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245" name="Google Shape;245;p20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cxnSp>
          <p:nvCxnSpPr>
            <p:cNvPr id="246" name="Google Shape;246;p20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7" name="Google Shape;247;p20"/>
          <p:cNvSpPr txBox="1"/>
          <p:nvPr>
            <p:ph idx="16" type="subTitle"/>
          </p:nvPr>
        </p:nvSpPr>
        <p:spPr>
          <a:xfrm>
            <a:off x="227875" y="223475"/>
            <a:ext cx="8832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Space Grotesk"/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8" name="Google Shape;248;p20"/>
          <p:cNvSpPr txBox="1"/>
          <p:nvPr>
            <p:ph idx="17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r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r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r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r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r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r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r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r">
              <a:buNone/>
              <a:def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&amp; Answers">
  <p:cSld name="CUSTOM_18"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21"/>
          <p:cNvCxnSpPr/>
          <p:nvPr/>
        </p:nvCxnSpPr>
        <p:spPr>
          <a:xfrm>
            <a:off x="230900" y="3460000"/>
            <a:ext cx="8690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1"/>
          <p:cNvCxnSpPr/>
          <p:nvPr/>
        </p:nvCxnSpPr>
        <p:spPr>
          <a:xfrm>
            <a:off x="230900" y="4920000"/>
            <a:ext cx="8684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1"/>
          <p:cNvSpPr txBox="1"/>
          <p:nvPr>
            <p:ph type="title"/>
          </p:nvPr>
        </p:nvSpPr>
        <p:spPr>
          <a:xfrm>
            <a:off x="230900" y="457200"/>
            <a:ext cx="4280700" cy="16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253" name="Google Shape;253;p21"/>
          <p:cNvSpPr txBox="1"/>
          <p:nvPr>
            <p:ph idx="1" type="subTitle"/>
          </p:nvPr>
        </p:nvSpPr>
        <p:spPr>
          <a:xfrm>
            <a:off x="1062075" y="2551350"/>
            <a:ext cx="7853100" cy="7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54" name="Google Shape;254;p21"/>
          <p:cNvSpPr txBox="1"/>
          <p:nvPr>
            <p:ph idx="2" type="subTitle"/>
          </p:nvPr>
        </p:nvSpPr>
        <p:spPr>
          <a:xfrm>
            <a:off x="1062075" y="3891925"/>
            <a:ext cx="7853100" cy="8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ace Grotesk"/>
              <a:buNone/>
              <a:defRPr b="1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ies">
  <p:cSld name="CUSTOM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" name="Google Shape;257;p22"/>
          <p:cNvGraphicFramePr/>
          <p:nvPr/>
        </p:nvGraphicFramePr>
        <p:xfrm>
          <a:off x="226300" y="306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49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8" name="Google Shape;258;p22"/>
          <p:cNvGraphicFramePr/>
          <p:nvPr/>
        </p:nvGraphicFramePr>
        <p:xfrm>
          <a:off x="226300" y="374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49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9" name="Google Shape;259;p22"/>
          <p:cNvGraphicFramePr/>
          <p:nvPr/>
        </p:nvGraphicFramePr>
        <p:xfrm>
          <a:off x="226300" y="442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49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0" name="Google Shape;260;p22"/>
          <p:cNvGraphicFramePr/>
          <p:nvPr/>
        </p:nvGraphicFramePr>
        <p:xfrm>
          <a:off x="226313" y="239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49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1" name="Google Shape;261;p22"/>
          <p:cNvGraphicFramePr/>
          <p:nvPr/>
        </p:nvGraphicFramePr>
        <p:xfrm>
          <a:off x="226288" y="171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49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22"/>
          <p:cNvSpPr txBox="1"/>
          <p:nvPr>
            <p:ph idx="1" type="subTitle"/>
          </p:nvPr>
        </p:nvSpPr>
        <p:spPr>
          <a:xfrm>
            <a:off x="228600" y="1715350"/>
            <a:ext cx="17823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type="title"/>
          </p:nvPr>
        </p:nvSpPr>
        <p:spPr>
          <a:xfrm>
            <a:off x="3921508" y="1715350"/>
            <a:ext cx="49962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64" name="Google Shape;264;p22"/>
          <p:cNvSpPr txBox="1"/>
          <p:nvPr>
            <p:ph idx="2" type="subTitle"/>
          </p:nvPr>
        </p:nvSpPr>
        <p:spPr>
          <a:xfrm>
            <a:off x="227388" y="2391625"/>
            <a:ext cx="17823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3" type="title"/>
          </p:nvPr>
        </p:nvSpPr>
        <p:spPr>
          <a:xfrm>
            <a:off x="3920125" y="2391625"/>
            <a:ext cx="49962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66" name="Google Shape;266;p22"/>
          <p:cNvSpPr txBox="1"/>
          <p:nvPr>
            <p:ph idx="4" type="subTitle"/>
          </p:nvPr>
        </p:nvSpPr>
        <p:spPr>
          <a:xfrm>
            <a:off x="227388" y="3067900"/>
            <a:ext cx="17823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5" type="title"/>
          </p:nvPr>
        </p:nvSpPr>
        <p:spPr>
          <a:xfrm>
            <a:off x="3920125" y="3067900"/>
            <a:ext cx="49962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68" name="Google Shape;268;p22"/>
          <p:cNvSpPr txBox="1"/>
          <p:nvPr>
            <p:ph idx="6" type="subTitle"/>
          </p:nvPr>
        </p:nvSpPr>
        <p:spPr>
          <a:xfrm>
            <a:off x="227388" y="3744225"/>
            <a:ext cx="17823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7" type="title"/>
          </p:nvPr>
        </p:nvSpPr>
        <p:spPr>
          <a:xfrm>
            <a:off x="3920125" y="3744225"/>
            <a:ext cx="49962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70" name="Google Shape;270;p22"/>
          <p:cNvSpPr txBox="1"/>
          <p:nvPr>
            <p:ph idx="8" type="subTitle"/>
          </p:nvPr>
        </p:nvSpPr>
        <p:spPr>
          <a:xfrm>
            <a:off x="227413" y="4420450"/>
            <a:ext cx="17823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9" type="title"/>
          </p:nvPr>
        </p:nvSpPr>
        <p:spPr>
          <a:xfrm>
            <a:off x="3920154" y="4420450"/>
            <a:ext cx="49962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72" name="Google Shape;272;p22"/>
          <p:cNvSpPr txBox="1"/>
          <p:nvPr>
            <p:ph idx="13"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273" name="Google Shape;273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ing campaign">
  <p:cSld name="CUSTOM_1"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 txBox="1"/>
          <p:nvPr>
            <p:ph type="title"/>
          </p:nvPr>
        </p:nvSpPr>
        <p:spPr>
          <a:xfrm>
            <a:off x="230900" y="457200"/>
            <a:ext cx="57129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6" name="Google Shape;276;p23"/>
          <p:cNvSpPr/>
          <p:nvPr/>
        </p:nvSpPr>
        <p:spPr>
          <a:xfrm>
            <a:off x="230900" y="2574574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229800" y="3174585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229800" y="3774596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229800" y="4374607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0" name="Google Shape;280;p23"/>
          <p:cNvSpPr txBox="1"/>
          <p:nvPr>
            <p:ph idx="1" type="subTitle"/>
          </p:nvPr>
        </p:nvSpPr>
        <p:spPr>
          <a:xfrm>
            <a:off x="228600" y="2574574"/>
            <a:ext cx="17823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2" type="subTitle"/>
          </p:nvPr>
        </p:nvSpPr>
        <p:spPr>
          <a:xfrm>
            <a:off x="228600" y="3174588"/>
            <a:ext cx="17823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3" type="subTitle"/>
          </p:nvPr>
        </p:nvSpPr>
        <p:spPr>
          <a:xfrm>
            <a:off x="228600" y="3774593"/>
            <a:ext cx="17823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4" type="subTitle"/>
          </p:nvPr>
        </p:nvSpPr>
        <p:spPr>
          <a:xfrm>
            <a:off x="228600" y="4374598"/>
            <a:ext cx="17823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5" type="body"/>
          </p:nvPr>
        </p:nvSpPr>
        <p:spPr>
          <a:xfrm>
            <a:off x="4514725" y="2574680"/>
            <a:ext cx="43998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5" name="Google Shape;285;p23"/>
          <p:cNvSpPr txBox="1"/>
          <p:nvPr>
            <p:ph idx="6" type="body"/>
          </p:nvPr>
        </p:nvSpPr>
        <p:spPr>
          <a:xfrm>
            <a:off x="4514725" y="3174644"/>
            <a:ext cx="43998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6" name="Google Shape;286;p23"/>
          <p:cNvSpPr txBox="1"/>
          <p:nvPr>
            <p:ph idx="7" type="body"/>
          </p:nvPr>
        </p:nvSpPr>
        <p:spPr>
          <a:xfrm>
            <a:off x="4514725" y="3774634"/>
            <a:ext cx="43998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8" type="body"/>
          </p:nvPr>
        </p:nvSpPr>
        <p:spPr>
          <a:xfrm>
            <a:off x="4514725" y="4374625"/>
            <a:ext cx="43998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23"/>
          <p:cNvSpPr/>
          <p:nvPr/>
        </p:nvSpPr>
        <p:spPr>
          <a:xfrm>
            <a:off x="232050" y="1374499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230950" y="1974510"/>
            <a:ext cx="8684400" cy="54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90" name="Google Shape;290;p23"/>
          <p:cNvSpPr txBox="1"/>
          <p:nvPr>
            <p:ph idx="9" type="subTitle"/>
          </p:nvPr>
        </p:nvSpPr>
        <p:spPr>
          <a:xfrm>
            <a:off x="229750" y="1374499"/>
            <a:ext cx="17823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13" type="subTitle"/>
          </p:nvPr>
        </p:nvSpPr>
        <p:spPr>
          <a:xfrm>
            <a:off x="229750" y="1974513"/>
            <a:ext cx="17823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Crimson Pro Medium"/>
              <a:buNone/>
              <a:defRPr sz="1800">
                <a:latin typeface="Crimson Pro Medium"/>
                <a:ea typeface="Crimson Pro Medium"/>
                <a:cs typeface="Crimson Pro Medium"/>
                <a:sym typeface="Crimson Pro Medium"/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14" type="body"/>
          </p:nvPr>
        </p:nvSpPr>
        <p:spPr>
          <a:xfrm>
            <a:off x="4515742" y="1374600"/>
            <a:ext cx="43998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23"/>
          <p:cNvSpPr txBox="1"/>
          <p:nvPr>
            <p:ph idx="15" type="body"/>
          </p:nvPr>
        </p:nvSpPr>
        <p:spPr>
          <a:xfrm>
            <a:off x="4515742" y="1974564"/>
            <a:ext cx="4399800" cy="54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4" name="Google Shape;29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s">
  <p:cSld name="CUSTOM_14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230900" y="457200"/>
            <a:ext cx="57129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8" name="Google Shape;298;p24"/>
          <p:cNvGrpSpPr/>
          <p:nvPr/>
        </p:nvGrpSpPr>
        <p:grpSpPr>
          <a:xfrm>
            <a:off x="228600" y="223475"/>
            <a:ext cx="1214500" cy="170400"/>
            <a:chOff x="304025" y="203375"/>
            <a:chExt cx="1214500" cy="170400"/>
          </a:xfrm>
        </p:grpSpPr>
        <p:sp>
          <p:nvSpPr>
            <p:cNvPr id="299" name="Google Shape;299;p24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300" name="Google Shape;300;p24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301" name="Google Shape;301;p24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2" name="Google Shape;302;p24"/>
          <p:cNvSpPr/>
          <p:nvPr/>
        </p:nvSpPr>
        <p:spPr>
          <a:xfrm>
            <a:off x="228600" y="223750"/>
            <a:ext cx="1214400" cy="1695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303" name="Google Shape;303;p24"/>
          <p:cNvCxnSpPr/>
          <p:nvPr/>
        </p:nvCxnSpPr>
        <p:spPr>
          <a:xfrm>
            <a:off x="1105800" y="223475"/>
            <a:ext cx="600" cy="17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24"/>
          <p:cNvSpPr txBox="1"/>
          <p:nvPr>
            <p:ph idx="1" type="subTitle"/>
          </p:nvPr>
        </p:nvSpPr>
        <p:spPr>
          <a:xfrm>
            <a:off x="228600" y="223475"/>
            <a:ext cx="8772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Space Grotesk"/>
              <a:buNone/>
              <a:defRPr sz="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05" name="Google Shape;305;p24"/>
          <p:cNvSpPr txBox="1"/>
          <p:nvPr>
            <p:ph idx="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Updates">
  <p:cSld name="CUSTOM_2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/>
          <p:nvPr/>
        </p:nvSpPr>
        <p:spPr>
          <a:xfrm>
            <a:off x="228601" y="2289551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228601" y="3368687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228601" y="4447824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5"/>
          <p:cNvSpPr txBox="1"/>
          <p:nvPr>
            <p:ph idx="1" type="subTitle"/>
          </p:nvPr>
        </p:nvSpPr>
        <p:spPr>
          <a:xfrm>
            <a:off x="473450" y="2289475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11" name="Google Shape;311;p25"/>
          <p:cNvSpPr txBox="1"/>
          <p:nvPr>
            <p:ph idx="2" type="body"/>
          </p:nvPr>
        </p:nvSpPr>
        <p:spPr>
          <a:xfrm>
            <a:off x="473450" y="2523625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312" name="Google Shape;312;p25"/>
          <p:cNvSpPr txBox="1"/>
          <p:nvPr>
            <p:ph idx="3" type="subTitle"/>
          </p:nvPr>
        </p:nvSpPr>
        <p:spPr>
          <a:xfrm>
            <a:off x="473450" y="3368675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13" name="Google Shape;313;p25"/>
          <p:cNvSpPr txBox="1"/>
          <p:nvPr>
            <p:ph idx="4" type="body"/>
          </p:nvPr>
        </p:nvSpPr>
        <p:spPr>
          <a:xfrm>
            <a:off x="473450" y="3602825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314" name="Google Shape;314;p25"/>
          <p:cNvSpPr txBox="1"/>
          <p:nvPr>
            <p:ph idx="5" type="subTitle"/>
          </p:nvPr>
        </p:nvSpPr>
        <p:spPr>
          <a:xfrm>
            <a:off x="473450" y="4447875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15" name="Google Shape;315;p25"/>
          <p:cNvSpPr txBox="1"/>
          <p:nvPr>
            <p:ph idx="6" type="body"/>
          </p:nvPr>
        </p:nvSpPr>
        <p:spPr>
          <a:xfrm>
            <a:off x="473450" y="4682025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316" name="Google Shape;316;p25"/>
          <p:cNvSpPr/>
          <p:nvPr/>
        </p:nvSpPr>
        <p:spPr>
          <a:xfrm>
            <a:off x="4514726" y="2289626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4514726" y="3368762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4514726" y="4447899"/>
            <a:ext cx="161400" cy="170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 txBox="1"/>
          <p:nvPr>
            <p:ph idx="7" type="subTitle"/>
          </p:nvPr>
        </p:nvSpPr>
        <p:spPr>
          <a:xfrm>
            <a:off x="4759575" y="2289550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20" name="Google Shape;320;p25"/>
          <p:cNvSpPr txBox="1"/>
          <p:nvPr>
            <p:ph idx="8" type="body"/>
          </p:nvPr>
        </p:nvSpPr>
        <p:spPr>
          <a:xfrm>
            <a:off x="4759575" y="2523700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321" name="Google Shape;321;p25"/>
          <p:cNvSpPr txBox="1"/>
          <p:nvPr>
            <p:ph idx="9" type="subTitle"/>
          </p:nvPr>
        </p:nvSpPr>
        <p:spPr>
          <a:xfrm>
            <a:off x="4759575" y="3368750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22" name="Google Shape;322;p25"/>
          <p:cNvSpPr txBox="1"/>
          <p:nvPr>
            <p:ph idx="13" type="body"/>
          </p:nvPr>
        </p:nvSpPr>
        <p:spPr>
          <a:xfrm>
            <a:off x="4759575" y="3602900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323" name="Google Shape;323;p25"/>
          <p:cNvSpPr txBox="1"/>
          <p:nvPr>
            <p:ph idx="14" type="subTitle"/>
          </p:nvPr>
        </p:nvSpPr>
        <p:spPr>
          <a:xfrm>
            <a:off x="4759575" y="4447950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24" name="Google Shape;324;p25"/>
          <p:cNvSpPr txBox="1"/>
          <p:nvPr>
            <p:ph idx="15" type="body"/>
          </p:nvPr>
        </p:nvSpPr>
        <p:spPr>
          <a:xfrm>
            <a:off x="4759575" y="4682100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325" name="Google Shape;325;p25"/>
          <p:cNvSpPr txBox="1"/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26" name="Google Shape;32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12"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29" name="Google Shape;32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/ Key Takeaways">
  <p:cSld name="CUSTOM_12_1">
    <p:bg>
      <p:bgPr>
        <a:solidFill>
          <a:schemeClr val="lt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1" name="Google Shape;331;p27"/>
          <p:cNvGraphicFramePr/>
          <p:nvPr/>
        </p:nvGraphicFramePr>
        <p:xfrm>
          <a:off x="228588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2711825"/>
              </a:tblGrid>
              <a:tr h="381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2" name="Google Shape;332;p27"/>
          <p:cNvGraphicFramePr/>
          <p:nvPr/>
        </p:nvGraphicFramePr>
        <p:xfrm>
          <a:off x="3216075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2711825"/>
              </a:tblGrid>
              <a:tr h="381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3" name="Google Shape;333;p27"/>
          <p:cNvGraphicFramePr/>
          <p:nvPr/>
        </p:nvGraphicFramePr>
        <p:xfrm>
          <a:off x="6203563" y="142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2711825"/>
              </a:tblGrid>
              <a:tr h="381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27"/>
          <p:cNvSpPr txBox="1"/>
          <p:nvPr>
            <p:ph idx="1" type="body"/>
          </p:nvPr>
        </p:nvSpPr>
        <p:spPr>
          <a:xfrm>
            <a:off x="356300" y="2437750"/>
            <a:ext cx="2456400" cy="24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27"/>
          <p:cNvSpPr txBox="1"/>
          <p:nvPr>
            <p:ph idx="2" type="body"/>
          </p:nvPr>
        </p:nvSpPr>
        <p:spPr>
          <a:xfrm>
            <a:off x="3343788" y="2437750"/>
            <a:ext cx="2456400" cy="24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6" name="Google Shape;336;p27"/>
          <p:cNvSpPr txBox="1"/>
          <p:nvPr>
            <p:ph idx="3" type="body"/>
          </p:nvPr>
        </p:nvSpPr>
        <p:spPr>
          <a:xfrm>
            <a:off x="6331275" y="2437750"/>
            <a:ext cx="2456400" cy="24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27"/>
          <p:cNvSpPr txBox="1"/>
          <p:nvPr>
            <p:ph type="title"/>
          </p:nvPr>
        </p:nvSpPr>
        <p:spPr>
          <a:xfrm>
            <a:off x="333350" y="1565975"/>
            <a:ext cx="25023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38" name="Google Shape;338;p27"/>
          <p:cNvSpPr txBox="1"/>
          <p:nvPr>
            <p:ph idx="4" type="title"/>
          </p:nvPr>
        </p:nvSpPr>
        <p:spPr>
          <a:xfrm>
            <a:off x="3320850" y="1565975"/>
            <a:ext cx="25023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39" name="Google Shape;339;p27"/>
          <p:cNvSpPr txBox="1"/>
          <p:nvPr>
            <p:ph idx="5" type="title"/>
          </p:nvPr>
        </p:nvSpPr>
        <p:spPr>
          <a:xfrm>
            <a:off x="6308325" y="1565975"/>
            <a:ext cx="2502300" cy="6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40" name="Google Shape;340;p27"/>
          <p:cNvSpPr txBox="1"/>
          <p:nvPr>
            <p:ph idx="6"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41" name="Google Shape;341;p27"/>
          <p:cNvSpPr txBox="1"/>
          <p:nvPr>
            <p:ph idx="7" type="title"/>
          </p:nvPr>
        </p:nvSpPr>
        <p:spPr>
          <a:xfrm>
            <a:off x="316303" y="1833564"/>
            <a:ext cx="25023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42" name="Google Shape;342;p27"/>
          <p:cNvSpPr txBox="1"/>
          <p:nvPr>
            <p:ph idx="8" type="title"/>
          </p:nvPr>
        </p:nvSpPr>
        <p:spPr>
          <a:xfrm>
            <a:off x="3320853" y="1833564"/>
            <a:ext cx="25023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43" name="Google Shape;343;p27"/>
          <p:cNvSpPr txBox="1"/>
          <p:nvPr>
            <p:ph idx="9" type="title"/>
          </p:nvPr>
        </p:nvSpPr>
        <p:spPr>
          <a:xfrm>
            <a:off x="6308328" y="1833564"/>
            <a:ext cx="25023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44" name="Google Shape;344;p27"/>
          <p:cNvSpPr txBox="1"/>
          <p:nvPr>
            <p:ph idx="13" type="title"/>
          </p:nvPr>
        </p:nvSpPr>
        <p:spPr>
          <a:xfrm>
            <a:off x="5552275" y="457200"/>
            <a:ext cx="33687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45" name="Google Shape;34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Events">
  <p:cSld name="CUSTOM_3">
    <p:bg>
      <p:bgPr>
        <a:solidFill>
          <a:schemeClr val="dk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"/>
          <p:cNvSpPr txBox="1"/>
          <p:nvPr>
            <p:ph type="title"/>
          </p:nvPr>
        </p:nvSpPr>
        <p:spPr>
          <a:xfrm>
            <a:off x="230900" y="697875"/>
            <a:ext cx="44064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8" name="Google Shape;348;p28"/>
          <p:cNvSpPr txBox="1"/>
          <p:nvPr>
            <p:ph idx="1" type="subTitle"/>
          </p:nvPr>
        </p:nvSpPr>
        <p:spPr>
          <a:xfrm>
            <a:off x="5943750" y="973900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9" name="Google Shape;349;p28"/>
          <p:cNvSpPr txBox="1"/>
          <p:nvPr>
            <p:ph idx="2" type="body"/>
          </p:nvPr>
        </p:nvSpPr>
        <p:spPr>
          <a:xfrm>
            <a:off x="5943750" y="1208050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0" name="Google Shape;350;p28"/>
          <p:cNvSpPr txBox="1"/>
          <p:nvPr>
            <p:ph idx="3" type="subTitle"/>
          </p:nvPr>
        </p:nvSpPr>
        <p:spPr>
          <a:xfrm>
            <a:off x="5943750" y="2053025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1" name="Google Shape;351;p28"/>
          <p:cNvSpPr txBox="1"/>
          <p:nvPr>
            <p:ph idx="4" type="body"/>
          </p:nvPr>
        </p:nvSpPr>
        <p:spPr>
          <a:xfrm>
            <a:off x="5943750" y="2287175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2" name="Google Shape;352;p28"/>
          <p:cNvSpPr txBox="1"/>
          <p:nvPr>
            <p:ph idx="5" type="subTitle"/>
          </p:nvPr>
        </p:nvSpPr>
        <p:spPr>
          <a:xfrm>
            <a:off x="5943750" y="3132150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3" name="Google Shape;353;p28"/>
          <p:cNvSpPr txBox="1"/>
          <p:nvPr>
            <p:ph idx="6" type="body"/>
          </p:nvPr>
        </p:nvSpPr>
        <p:spPr>
          <a:xfrm>
            <a:off x="5943750" y="3366300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4" name="Google Shape;354;p28"/>
          <p:cNvSpPr txBox="1"/>
          <p:nvPr>
            <p:ph idx="7" type="subTitle"/>
          </p:nvPr>
        </p:nvSpPr>
        <p:spPr>
          <a:xfrm>
            <a:off x="5943750" y="4211275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5" name="Google Shape;355;p28"/>
          <p:cNvSpPr txBox="1"/>
          <p:nvPr>
            <p:ph idx="8" type="body"/>
          </p:nvPr>
        </p:nvSpPr>
        <p:spPr>
          <a:xfrm>
            <a:off x="5943750" y="4445425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6" name="Google Shape;356;p28"/>
          <p:cNvSpPr txBox="1"/>
          <p:nvPr>
            <p:ph idx="9" type="subTitle"/>
          </p:nvPr>
        </p:nvSpPr>
        <p:spPr>
          <a:xfrm>
            <a:off x="227975" y="2744325"/>
            <a:ext cx="35721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7" name="Google Shape;357;p28"/>
          <p:cNvSpPr txBox="1"/>
          <p:nvPr>
            <p:ph idx="13" type="body"/>
          </p:nvPr>
        </p:nvSpPr>
        <p:spPr>
          <a:xfrm>
            <a:off x="227875" y="3458750"/>
            <a:ext cx="4287000" cy="14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8" name="Google Shape;35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3_1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9"/>
          <p:cNvSpPr txBox="1"/>
          <p:nvPr>
            <p:ph idx="1" type="subTitle"/>
          </p:nvPr>
        </p:nvSpPr>
        <p:spPr>
          <a:xfrm>
            <a:off x="852075" y="2128039"/>
            <a:ext cx="2088900" cy="1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1" name="Google Shape;361;p29"/>
          <p:cNvSpPr txBox="1"/>
          <p:nvPr>
            <p:ph type="title"/>
          </p:nvPr>
        </p:nvSpPr>
        <p:spPr>
          <a:xfrm>
            <a:off x="230900" y="457200"/>
            <a:ext cx="71877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2" name="Google Shape;362;p29"/>
          <p:cNvSpPr txBox="1"/>
          <p:nvPr>
            <p:ph idx="2" type="subTitle"/>
          </p:nvPr>
        </p:nvSpPr>
        <p:spPr>
          <a:xfrm>
            <a:off x="3046825" y="2128039"/>
            <a:ext cx="2088900" cy="1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3" name="Google Shape;363;p29"/>
          <p:cNvSpPr txBox="1"/>
          <p:nvPr>
            <p:ph idx="3" type="subTitle"/>
          </p:nvPr>
        </p:nvSpPr>
        <p:spPr>
          <a:xfrm>
            <a:off x="5169875" y="2128039"/>
            <a:ext cx="2088900" cy="1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4" name="Google Shape;364;p29"/>
          <p:cNvSpPr txBox="1"/>
          <p:nvPr>
            <p:ph idx="4" type="subTitle"/>
          </p:nvPr>
        </p:nvSpPr>
        <p:spPr>
          <a:xfrm>
            <a:off x="852075" y="1819034"/>
            <a:ext cx="2088900" cy="1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65" name="Google Shape;365;p29"/>
          <p:cNvSpPr txBox="1"/>
          <p:nvPr>
            <p:ph idx="5" type="subTitle"/>
          </p:nvPr>
        </p:nvSpPr>
        <p:spPr>
          <a:xfrm>
            <a:off x="3046825" y="1819034"/>
            <a:ext cx="2088900" cy="1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66" name="Google Shape;366;p29"/>
          <p:cNvSpPr txBox="1"/>
          <p:nvPr>
            <p:ph idx="6" type="subTitle"/>
          </p:nvPr>
        </p:nvSpPr>
        <p:spPr>
          <a:xfrm>
            <a:off x="5169875" y="1819034"/>
            <a:ext cx="2088900" cy="1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67" name="Google Shape;367;p29"/>
          <p:cNvSpPr txBox="1"/>
          <p:nvPr>
            <p:ph idx="7" type="subTitle"/>
          </p:nvPr>
        </p:nvSpPr>
        <p:spPr>
          <a:xfrm>
            <a:off x="1961425" y="3735616"/>
            <a:ext cx="2088900" cy="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68" name="Google Shape;368;p29"/>
          <p:cNvSpPr txBox="1"/>
          <p:nvPr>
            <p:ph idx="8" type="subTitle"/>
          </p:nvPr>
        </p:nvSpPr>
        <p:spPr>
          <a:xfrm>
            <a:off x="4156175" y="3735616"/>
            <a:ext cx="2088900" cy="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69" name="Google Shape;369;p29"/>
          <p:cNvSpPr txBox="1"/>
          <p:nvPr>
            <p:ph idx="9" type="subTitle"/>
          </p:nvPr>
        </p:nvSpPr>
        <p:spPr>
          <a:xfrm>
            <a:off x="6279225" y="3735616"/>
            <a:ext cx="2088900" cy="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pace Grotesk"/>
              <a:buNone/>
              <a:defRPr b="1" sz="36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70" name="Google Shape;37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Plan Roadmap">
  <p:cSld name="CUSTOM_10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"/>
          <p:cNvSpPr txBox="1"/>
          <p:nvPr>
            <p:ph type="title"/>
          </p:nvPr>
        </p:nvSpPr>
        <p:spPr>
          <a:xfrm>
            <a:off x="230900" y="457200"/>
            <a:ext cx="71418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73" name="Google Shape;37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sk &amp; Opportunity">
  <p:cSld name="CUSTOM_15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"/>
          <p:cNvSpPr txBox="1"/>
          <p:nvPr>
            <p:ph type="title"/>
          </p:nvPr>
        </p:nvSpPr>
        <p:spPr>
          <a:xfrm>
            <a:off x="230900" y="457200"/>
            <a:ext cx="4406400" cy="1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/>
        </p:txBody>
      </p:sp>
      <p:sp>
        <p:nvSpPr>
          <p:cNvPr id="376" name="Google Shape;376;p31"/>
          <p:cNvSpPr txBox="1"/>
          <p:nvPr>
            <p:ph idx="2" type="title"/>
          </p:nvPr>
        </p:nvSpPr>
        <p:spPr>
          <a:xfrm>
            <a:off x="4514725" y="457200"/>
            <a:ext cx="4400700" cy="12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/>
            </a:lvl9pPr>
          </a:lstStyle>
          <a:p/>
        </p:txBody>
      </p:sp>
      <p:cxnSp>
        <p:nvCxnSpPr>
          <p:cNvPr id="377" name="Google Shape;377;p31"/>
          <p:cNvCxnSpPr/>
          <p:nvPr/>
        </p:nvCxnSpPr>
        <p:spPr>
          <a:xfrm>
            <a:off x="230900" y="4920000"/>
            <a:ext cx="8684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31"/>
          <p:cNvSpPr txBox="1"/>
          <p:nvPr>
            <p:ph idx="1" type="subTitle"/>
          </p:nvPr>
        </p:nvSpPr>
        <p:spPr>
          <a:xfrm>
            <a:off x="1422025" y="1658925"/>
            <a:ext cx="30336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79" name="Google Shape;379;p31"/>
          <p:cNvSpPr txBox="1"/>
          <p:nvPr>
            <p:ph idx="3" type="subTitle"/>
          </p:nvPr>
        </p:nvSpPr>
        <p:spPr>
          <a:xfrm>
            <a:off x="227092" y="1658925"/>
            <a:ext cx="11970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0" name="Google Shape;380;p31"/>
          <p:cNvSpPr txBox="1"/>
          <p:nvPr>
            <p:ph idx="4" type="subTitle"/>
          </p:nvPr>
        </p:nvSpPr>
        <p:spPr>
          <a:xfrm>
            <a:off x="1420700" y="2446500"/>
            <a:ext cx="30336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81" name="Google Shape;381;p31"/>
          <p:cNvSpPr txBox="1"/>
          <p:nvPr>
            <p:ph idx="5" type="subTitle"/>
          </p:nvPr>
        </p:nvSpPr>
        <p:spPr>
          <a:xfrm>
            <a:off x="225780" y="2446488"/>
            <a:ext cx="11970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2" name="Google Shape;382;p31"/>
          <p:cNvSpPr txBox="1"/>
          <p:nvPr>
            <p:ph idx="6" type="subTitle"/>
          </p:nvPr>
        </p:nvSpPr>
        <p:spPr>
          <a:xfrm>
            <a:off x="1417850" y="3234225"/>
            <a:ext cx="30699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83" name="Google Shape;383;p31"/>
          <p:cNvSpPr txBox="1"/>
          <p:nvPr>
            <p:ph idx="7" type="subTitle"/>
          </p:nvPr>
        </p:nvSpPr>
        <p:spPr>
          <a:xfrm>
            <a:off x="222930" y="3234225"/>
            <a:ext cx="11970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4" name="Google Shape;384;p31"/>
          <p:cNvSpPr txBox="1"/>
          <p:nvPr>
            <p:ph idx="8" type="subTitle"/>
          </p:nvPr>
        </p:nvSpPr>
        <p:spPr>
          <a:xfrm>
            <a:off x="1417850" y="4077025"/>
            <a:ext cx="30336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85" name="Google Shape;385;p31"/>
          <p:cNvSpPr txBox="1"/>
          <p:nvPr>
            <p:ph idx="9" type="subTitle"/>
          </p:nvPr>
        </p:nvSpPr>
        <p:spPr>
          <a:xfrm>
            <a:off x="222930" y="4077025"/>
            <a:ext cx="11970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6" name="Google Shape;386;p31"/>
          <p:cNvSpPr txBox="1"/>
          <p:nvPr>
            <p:ph idx="13" type="subTitle"/>
          </p:nvPr>
        </p:nvSpPr>
        <p:spPr>
          <a:xfrm>
            <a:off x="5832225" y="1659800"/>
            <a:ext cx="30336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87" name="Google Shape;387;p31"/>
          <p:cNvSpPr txBox="1"/>
          <p:nvPr>
            <p:ph idx="14" type="subTitle"/>
          </p:nvPr>
        </p:nvSpPr>
        <p:spPr>
          <a:xfrm>
            <a:off x="4637292" y="1659800"/>
            <a:ext cx="11970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88" name="Google Shape;388;p31"/>
          <p:cNvSpPr txBox="1"/>
          <p:nvPr>
            <p:ph idx="15" type="subTitle"/>
          </p:nvPr>
        </p:nvSpPr>
        <p:spPr>
          <a:xfrm>
            <a:off x="5832225" y="2446050"/>
            <a:ext cx="30336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89" name="Google Shape;389;p31"/>
          <p:cNvSpPr txBox="1"/>
          <p:nvPr>
            <p:ph idx="16" type="subTitle"/>
          </p:nvPr>
        </p:nvSpPr>
        <p:spPr>
          <a:xfrm>
            <a:off x="4637292" y="2446050"/>
            <a:ext cx="11970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0" name="Google Shape;390;p31"/>
          <p:cNvSpPr txBox="1"/>
          <p:nvPr>
            <p:ph idx="17" type="subTitle"/>
          </p:nvPr>
        </p:nvSpPr>
        <p:spPr>
          <a:xfrm>
            <a:off x="5824250" y="3234225"/>
            <a:ext cx="30336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91" name="Google Shape;391;p31"/>
          <p:cNvSpPr txBox="1"/>
          <p:nvPr>
            <p:ph idx="18" type="subTitle"/>
          </p:nvPr>
        </p:nvSpPr>
        <p:spPr>
          <a:xfrm>
            <a:off x="4629330" y="3234225"/>
            <a:ext cx="11970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2" name="Google Shape;392;p31"/>
          <p:cNvSpPr txBox="1"/>
          <p:nvPr>
            <p:ph idx="19" type="subTitle"/>
          </p:nvPr>
        </p:nvSpPr>
        <p:spPr>
          <a:xfrm>
            <a:off x="5824250" y="4077025"/>
            <a:ext cx="30336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b="1"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93" name="Google Shape;393;p31"/>
          <p:cNvSpPr txBox="1"/>
          <p:nvPr>
            <p:ph idx="20" type="subTitle"/>
          </p:nvPr>
        </p:nvSpPr>
        <p:spPr>
          <a:xfrm>
            <a:off x="4629330" y="4077025"/>
            <a:ext cx="1197000" cy="78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Updates / Weekly">
  <p:cSld name="CUSTOM_16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6" name="Google Shape;396;p32"/>
          <p:cNvGraphicFramePr/>
          <p:nvPr/>
        </p:nvGraphicFramePr>
        <p:xfrm>
          <a:off x="226313" y="142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98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7" name="Google Shape;397;p32"/>
          <p:cNvGraphicFramePr/>
          <p:nvPr/>
        </p:nvGraphicFramePr>
        <p:xfrm>
          <a:off x="226300" y="2657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98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8" name="Google Shape;398;p32"/>
          <p:cNvGraphicFramePr/>
          <p:nvPr/>
        </p:nvGraphicFramePr>
        <p:xfrm>
          <a:off x="226300" y="389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{315BA9A6-7B6F-4D78-86FE-8338A696FABC}</a:tableStyleId>
              </a:tblPr>
              <a:tblGrid>
                <a:gridCol w="8691375"/>
              </a:tblGrid>
              <a:tr h="98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9" name="Google Shape;399;p32"/>
          <p:cNvSpPr txBox="1"/>
          <p:nvPr>
            <p:ph type="title"/>
          </p:nvPr>
        </p:nvSpPr>
        <p:spPr>
          <a:xfrm>
            <a:off x="230900" y="457200"/>
            <a:ext cx="44064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400" name="Google Shape;400;p32"/>
          <p:cNvSpPr txBox="1"/>
          <p:nvPr>
            <p:ph idx="1" type="subTitle"/>
          </p:nvPr>
        </p:nvSpPr>
        <p:spPr>
          <a:xfrm>
            <a:off x="230900" y="1420775"/>
            <a:ext cx="2140200" cy="98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401" name="Google Shape;401;p32"/>
          <p:cNvSpPr txBox="1"/>
          <p:nvPr>
            <p:ph idx="2" type="subTitle"/>
          </p:nvPr>
        </p:nvSpPr>
        <p:spPr>
          <a:xfrm>
            <a:off x="230900" y="2657638"/>
            <a:ext cx="2140200" cy="98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402" name="Google Shape;402;p32"/>
          <p:cNvSpPr txBox="1"/>
          <p:nvPr>
            <p:ph idx="3" type="subTitle"/>
          </p:nvPr>
        </p:nvSpPr>
        <p:spPr>
          <a:xfrm>
            <a:off x="230900" y="3894525"/>
            <a:ext cx="2140200" cy="98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/>
        </p:txBody>
      </p:sp>
      <p:sp>
        <p:nvSpPr>
          <p:cNvPr id="403" name="Google Shape;403;p32"/>
          <p:cNvSpPr txBox="1"/>
          <p:nvPr>
            <p:ph idx="4" type="body"/>
          </p:nvPr>
        </p:nvSpPr>
        <p:spPr>
          <a:xfrm>
            <a:off x="3376187" y="1420975"/>
            <a:ext cx="5424900" cy="9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404" name="Google Shape;404;p32"/>
          <p:cNvSpPr txBox="1"/>
          <p:nvPr>
            <p:ph idx="5" type="body"/>
          </p:nvPr>
        </p:nvSpPr>
        <p:spPr>
          <a:xfrm>
            <a:off x="3376187" y="2657788"/>
            <a:ext cx="5424900" cy="9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405" name="Google Shape;405;p32"/>
          <p:cNvSpPr txBox="1"/>
          <p:nvPr>
            <p:ph idx="6" type="body"/>
          </p:nvPr>
        </p:nvSpPr>
        <p:spPr>
          <a:xfrm>
            <a:off x="3375950" y="3894525"/>
            <a:ext cx="5424900" cy="9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406" name="Google Shape;40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Release">
  <p:cSld name="CUSTOM_13">
    <p:bg>
      <p:bgPr>
        <a:solidFill>
          <a:schemeClr val="dk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 txBox="1"/>
          <p:nvPr>
            <p:ph type="title"/>
          </p:nvPr>
        </p:nvSpPr>
        <p:spPr>
          <a:xfrm>
            <a:off x="230900" y="457200"/>
            <a:ext cx="4998300" cy="7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9" name="Google Shape;40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pe Appendix">
  <p:cSld name="CUSTOM_1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4" name="Google Shape;414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5" name="Google Shape;41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8" name="Google Shape;41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21" name="Google Shape;42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25" name="Google Shape;425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6" name="Google Shape;426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30" name="Google Shape;43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3" name="Google Shape;433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37" name="Google Shape;43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1" name="Google Shape;441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2" name="Google Shape;442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3" name="Google Shape;44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446" name="Google Shape;44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9" name="Google Shape;449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55" name="Google Shape;45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7" name="Google Shape;457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64" name="Google Shape;464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5" name="Google Shape;465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1" name="Google Shape;471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2" name="Google Shape;472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7" name="Google Shape;477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8" name="Google Shape;478;p4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0" name="Google Shape;480;p4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4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4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6" name="Google Shape;486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8" name="Google Shape;488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9" name="Google Shape;489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0" name="Google Shape;490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1" name="Google Shape;491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2" name="Google Shape;492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3" name="Google Shape;493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96" name="Google Shape;49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0" name="Google Shape;500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3" name="Google Shape;50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05" name="Google Shape;505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6" name="Google Shape;506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9" name="Google Shape;509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2" name="Google Shape;512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4" name="Google Shape;51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5" name="Google Shape;51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16" name="Google Shape;516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7" name="Google Shape;517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8" name="Google Shape;518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5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5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5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5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5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9" name="Google Shape;529;p5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0" name="Google Shape;530;p5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31" name="Google Shape;531;p5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2" name="Google Shape;532;p5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5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457200"/>
            <a:ext cx="51207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b="1" sz="3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b="1" sz="4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b="1" sz="4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b="1" sz="4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b="1" sz="4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b="1" sz="4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b="1" sz="4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b="1" sz="4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pace Grotesk"/>
              <a:buNone/>
              <a:defRPr b="1" sz="4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3180525"/>
            <a:ext cx="86868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099">
          <p15:clr>
            <a:srgbClr val="E46962"/>
          </p15:clr>
        </p15:guide>
        <p15:guide id="2" pos="3744">
          <p15:clr>
            <a:srgbClr val="E46962"/>
          </p15:clr>
        </p15:guide>
        <p15:guide id="3" pos="144">
          <p15:clr>
            <a:srgbClr val="E46962"/>
          </p15:clr>
        </p15:guide>
        <p15:guide id="4" pos="216">
          <p15:clr>
            <a:srgbClr val="E46962"/>
          </p15:clr>
        </p15:guide>
        <p15:guide id="5" pos="593">
          <p15:clr>
            <a:srgbClr val="E46962"/>
          </p15:clr>
        </p15:guide>
        <p15:guide id="6" pos="669">
          <p15:clr>
            <a:srgbClr val="E46962"/>
          </p15:clr>
        </p15:guide>
        <p15:guide id="7" pos="1044">
          <p15:clr>
            <a:srgbClr val="E46962"/>
          </p15:clr>
        </p15:guide>
        <p15:guide id="8" pos="1119">
          <p15:clr>
            <a:srgbClr val="E46962"/>
          </p15:clr>
        </p15:guide>
        <p15:guide id="9" pos="1494">
          <p15:clr>
            <a:srgbClr val="E46962"/>
          </p15:clr>
        </p15:guide>
        <p15:guide id="10" pos="1569">
          <p15:clr>
            <a:srgbClr val="E46962"/>
          </p15:clr>
        </p15:guide>
        <p15:guide id="11" pos="1944">
          <p15:clr>
            <a:srgbClr val="E46962"/>
          </p15:clr>
        </p15:guide>
        <p15:guide id="12" pos="2019">
          <p15:clr>
            <a:srgbClr val="E46962"/>
          </p15:clr>
        </p15:guide>
        <p15:guide id="13" pos="2394">
          <p15:clr>
            <a:srgbClr val="E46962"/>
          </p15:clr>
        </p15:guide>
        <p15:guide id="14" pos="2469">
          <p15:clr>
            <a:srgbClr val="E46962"/>
          </p15:clr>
        </p15:guide>
        <p15:guide id="15" pos="2844">
          <p15:clr>
            <a:srgbClr val="E46962"/>
          </p15:clr>
        </p15:guide>
        <p15:guide id="16" pos="2919">
          <p15:clr>
            <a:srgbClr val="E46962"/>
          </p15:clr>
        </p15:guide>
        <p15:guide id="17" pos="3294">
          <p15:clr>
            <a:srgbClr val="E46962"/>
          </p15:clr>
        </p15:guide>
        <p15:guide id="18" pos="3370">
          <p15:clr>
            <a:srgbClr val="E46962"/>
          </p15:clr>
        </p15:guide>
        <p15:guide id="19" pos="3816">
          <p15:clr>
            <a:srgbClr val="E46962"/>
          </p15:clr>
        </p15:guide>
        <p15:guide id="20" pos="4194">
          <p15:clr>
            <a:srgbClr val="E46962"/>
          </p15:clr>
        </p15:guide>
        <p15:guide id="21" pos="4270">
          <p15:clr>
            <a:srgbClr val="E46962"/>
          </p15:clr>
        </p15:guide>
        <p15:guide id="22" pos="4644">
          <p15:clr>
            <a:srgbClr val="E46962"/>
          </p15:clr>
        </p15:guide>
        <p15:guide id="23" pos="4720">
          <p15:clr>
            <a:srgbClr val="E46962"/>
          </p15:clr>
        </p15:guide>
        <p15:guide id="24" pos="5094">
          <p15:clr>
            <a:srgbClr val="E46962"/>
          </p15:clr>
        </p15:guide>
        <p15:guide id="25" pos="5170">
          <p15:clr>
            <a:srgbClr val="E46962"/>
          </p15:clr>
        </p15:guide>
        <p15:guide id="26" pos="5544">
          <p15:clr>
            <a:srgbClr val="E46962"/>
          </p15:clr>
        </p15:guide>
        <p15:guide id="27" pos="5616">
          <p15:clr>
            <a:srgbClr val="E46962"/>
          </p15:clr>
        </p15:guide>
        <p15:guide id="28" orient="horz" pos="141">
          <p15:clr>
            <a:srgbClr val="E46962"/>
          </p15:clr>
        </p15:guide>
        <p15:guide id="29" orient="horz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universe.roboflow.com/aj-garcia-736tc/fire-dataset-for-yolov8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jyPEJ5XQQgSDbanJeYw--Jx2o4vf58VA/view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est dense with evergreen trees." id="538" name="Google Shape;538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526" l="0" r="0" t="7518"/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539" name="Google Shape;539;p56"/>
          <p:cNvSpPr txBox="1"/>
          <p:nvPr>
            <p:ph type="title"/>
          </p:nvPr>
        </p:nvSpPr>
        <p:spPr>
          <a:xfrm>
            <a:off x="285750" y="1639500"/>
            <a:ext cx="8572500" cy="18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4800"/>
              <a:t>Real-Time Fire and Smoke</a:t>
            </a:r>
            <a:endParaRPr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4800"/>
              <a:t>Detection using YOLOv8</a:t>
            </a:r>
            <a:endParaRPr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</p:txBody>
      </p:sp>
      <p:sp>
        <p:nvSpPr>
          <p:cNvPr id="540" name="Google Shape;540;p56"/>
          <p:cNvSpPr txBox="1"/>
          <p:nvPr>
            <p:ph idx="1" type="subTitle"/>
          </p:nvPr>
        </p:nvSpPr>
        <p:spPr>
          <a:xfrm>
            <a:off x="342750" y="3820125"/>
            <a:ext cx="6315600" cy="5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Members: Hoang Tu Huynh, Thoa Nguyen, Sean Butler, Daniyal Dianati, and Keita Katsumi</a:t>
            </a:r>
            <a:endParaRPr/>
          </a:p>
        </p:txBody>
      </p:sp>
      <p:sp>
        <p:nvSpPr>
          <p:cNvPr id="541" name="Google Shape;541;p56"/>
          <p:cNvSpPr txBox="1"/>
          <p:nvPr>
            <p:ph idx="3" type="subTitle"/>
          </p:nvPr>
        </p:nvSpPr>
        <p:spPr>
          <a:xfrm>
            <a:off x="6652800" y="3820125"/>
            <a:ext cx="2148300" cy="5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December 4, 2025</a:t>
            </a:r>
            <a:endParaRPr/>
          </a:p>
        </p:txBody>
      </p:sp>
      <p:cxnSp>
        <p:nvCxnSpPr>
          <p:cNvPr id="542" name="Google Shape;542;p56"/>
          <p:cNvCxnSpPr/>
          <p:nvPr/>
        </p:nvCxnSpPr>
        <p:spPr>
          <a:xfrm>
            <a:off x="342750" y="1282588"/>
            <a:ext cx="8458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56"/>
          <p:cNvCxnSpPr/>
          <p:nvPr/>
        </p:nvCxnSpPr>
        <p:spPr>
          <a:xfrm>
            <a:off x="342750" y="3860913"/>
            <a:ext cx="8458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7"/>
          <p:cNvSpPr txBox="1"/>
          <p:nvPr>
            <p:ph idx="1" type="subTitle"/>
          </p:nvPr>
        </p:nvSpPr>
        <p:spPr>
          <a:xfrm>
            <a:off x="5943750" y="973900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</a:t>
            </a:r>
            <a:endParaRPr/>
          </a:p>
        </p:txBody>
      </p:sp>
      <p:sp>
        <p:nvSpPr>
          <p:cNvPr id="549" name="Google Shape;549;p57"/>
          <p:cNvSpPr txBox="1"/>
          <p:nvPr>
            <p:ph idx="3" type="subTitle"/>
          </p:nvPr>
        </p:nvSpPr>
        <p:spPr>
          <a:xfrm>
            <a:off x="5943750" y="2053025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</a:t>
            </a:r>
            <a:endParaRPr/>
          </a:p>
        </p:txBody>
      </p:sp>
      <p:sp>
        <p:nvSpPr>
          <p:cNvPr id="550" name="Google Shape;550;p57"/>
          <p:cNvSpPr txBox="1"/>
          <p:nvPr>
            <p:ph idx="4" type="body"/>
          </p:nvPr>
        </p:nvSpPr>
        <p:spPr>
          <a:xfrm>
            <a:off x="5943750" y="2287175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Problem</a:t>
            </a:r>
            <a:endParaRPr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51" name="Google Shape;551;p57"/>
          <p:cNvSpPr txBox="1"/>
          <p:nvPr>
            <p:ph idx="5" type="subTitle"/>
          </p:nvPr>
        </p:nvSpPr>
        <p:spPr>
          <a:xfrm>
            <a:off x="5943750" y="3132150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</a:t>
            </a:r>
            <a:endParaRPr/>
          </a:p>
        </p:txBody>
      </p:sp>
      <p:sp>
        <p:nvSpPr>
          <p:cNvPr id="552" name="Google Shape;552;p57"/>
          <p:cNvSpPr txBox="1"/>
          <p:nvPr>
            <p:ph idx="6" type="body"/>
          </p:nvPr>
        </p:nvSpPr>
        <p:spPr>
          <a:xfrm>
            <a:off x="5943750" y="3366300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Goal</a:t>
            </a:r>
            <a:endParaRPr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53" name="Google Shape;553;p57"/>
          <p:cNvSpPr txBox="1"/>
          <p:nvPr>
            <p:ph idx="7" type="subTitle"/>
          </p:nvPr>
        </p:nvSpPr>
        <p:spPr>
          <a:xfrm>
            <a:off x="5943750" y="4211275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Q4</a:t>
            </a:r>
            <a:endParaRPr/>
          </a:p>
        </p:txBody>
      </p:sp>
      <p:sp>
        <p:nvSpPr>
          <p:cNvPr id="554" name="Google Shape;554;p57"/>
          <p:cNvSpPr txBox="1"/>
          <p:nvPr>
            <p:ph idx="8" type="body"/>
          </p:nvPr>
        </p:nvSpPr>
        <p:spPr>
          <a:xfrm>
            <a:off x="5943750" y="4445425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Pros and Cons</a:t>
            </a:r>
            <a:endParaRPr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55" name="Google Shape;555;p57"/>
          <p:cNvSpPr txBox="1"/>
          <p:nvPr>
            <p:ph type="title"/>
          </p:nvPr>
        </p:nvSpPr>
        <p:spPr>
          <a:xfrm>
            <a:off x="230900" y="697875"/>
            <a:ext cx="44064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Sections</a:t>
            </a:r>
            <a:endParaRPr/>
          </a:p>
        </p:txBody>
      </p:sp>
      <p:sp>
        <p:nvSpPr>
          <p:cNvPr id="556" name="Google Shape;556;p57"/>
          <p:cNvSpPr txBox="1"/>
          <p:nvPr>
            <p:ph idx="2" type="body"/>
          </p:nvPr>
        </p:nvSpPr>
        <p:spPr>
          <a:xfrm>
            <a:off x="5943750" y="1208050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Introduction / Summary</a:t>
            </a:r>
            <a:endParaRPr>
              <a:solidFill>
                <a:schemeClr val="dk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57" name="Google Shape;557;p57"/>
          <p:cNvSpPr/>
          <p:nvPr/>
        </p:nvSpPr>
        <p:spPr>
          <a:xfrm>
            <a:off x="230900" y="545825"/>
            <a:ext cx="5536756" cy="272401"/>
          </a:xfrm>
          <a:custGeom>
            <a:rect b="b" l="l" r="r" t="t"/>
            <a:pathLst>
              <a:path extrusionOk="0" h="166098" w="229884">
                <a:moveTo>
                  <a:pt x="0" y="0"/>
                </a:moveTo>
                <a:lnTo>
                  <a:pt x="229884" y="0"/>
                </a:lnTo>
                <a:lnTo>
                  <a:pt x="229884" y="166098"/>
                </a:ln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8" name="Google Shape;558;p57"/>
          <p:cNvSpPr/>
          <p:nvPr/>
        </p:nvSpPr>
        <p:spPr>
          <a:xfrm>
            <a:off x="5686413" y="973901"/>
            <a:ext cx="161400" cy="17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7"/>
          <p:cNvSpPr/>
          <p:nvPr/>
        </p:nvSpPr>
        <p:spPr>
          <a:xfrm>
            <a:off x="5686413" y="2053037"/>
            <a:ext cx="161400" cy="17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7"/>
          <p:cNvSpPr/>
          <p:nvPr/>
        </p:nvSpPr>
        <p:spPr>
          <a:xfrm>
            <a:off x="5686413" y="3132174"/>
            <a:ext cx="161400" cy="17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7"/>
          <p:cNvSpPr/>
          <p:nvPr/>
        </p:nvSpPr>
        <p:spPr>
          <a:xfrm>
            <a:off x="5686413" y="4211310"/>
            <a:ext cx="161400" cy="17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2" name="Google Shape;562;p57"/>
          <p:cNvCxnSpPr/>
          <p:nvPr/>
        </p:nvCxnSpPr>
        <p:spPr>
          <a:xfrm>
            <a:off x="5763295" y="1299977"/>
            <a:ext cx="0" cy="5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57"/>
          <p:cNvCxnSpPr/>
          <p:nvPr/>
        </p:nvCxnSpPr>
        <p:spPr>
          <a:xfrm>
            <a:off x="5770355" y="2379605"/>
            <a:ext cx="0" cy="5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57"/>
          <p:cNvCxnSpPr/>
          <p:nvPr/>
        </p:nvCxnSpPr>
        <p:spPr>
          <a:xfrm>
            <a:off x="5767157" y="3458745"/>
            <a:ext cx="0" cy="5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57"/>
          <p:cNvCxnSpPr/>
          <p:nvPr/>
        </p:nvCxnSpPr>
        <p:spPr>
          <a:xfrm>
            <a:off x="5763295" y="4547098"/>
            <a:ext cx="0" cy="5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6" name="Google Shape;566;p57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567" name="Google Shape;567;p57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568" name="Google Shape;568;p57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69" name="Google Shape;569;p57"/>
          <p:cNvSpPr txBox="1"/>
          <p:nvPr>
            <p:ph idx="12" type="sldNum"/>
          </p:nvPr>
        </p:nvSpPr>
        <p:spPr>
          <a:xfrm>
            <a:off x="1105675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570" name="Google Shape;570;p57"/>
          <p:cNvCxnSpPr/>
          <p:nvPr/>
        </p:nvCxnSpPr>
        <p:spPr>
          <a:xfrm>
            <a:off x="1105075" y="223475"/>
            <a:ext cx="600" cy="17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8"/>
          <p:cNvSpPr txBox="1"/>
          <p:nvPr>
            <p:ph idx="1" type="subTitle"/>
          </p:nvPr>
        </p:nvSpPr>
        <p:spPr>
          <a:xfrm>
            <a:off x="5943750" y="973900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Q5</a:t>
            </a:r>
            <a:endParaRPr/>
          </a:p>
        </p:txBody>
      </p:sp>
      <p:sp>
        <p:nvSpPr>
          <p:cNvPr id="576" name="Google Shape;576;p58"/>
          <p:cNvSpPr txBox="1"/>
          <p:nvPr>
            <p:ph idx="3" type="subTitle"/>
          </p:nvPr>
        </p:nvSpPr>
        <p:spPr>
          <a:xfrm>
            <a:off x="5943750" y="2053025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Q6</a:t>
            </a:r>
            <a:endParaRPr/>
          </a:p>
        </p:txBody>
      </p:sp>
      <p:sp>
        <p:nvSpPr>
          <p:cNvPr id="577" name="Google Shape;577;p58"/>
          <p:cNvSpPr txBox="1"/>
          <p:nvPr>
            <p:ph idx="4" type="body"/>
          </p:nvPr>
        </p:nvSpPr>
        <p:spPr>
          <a:xfrm>
            <a:off x="5943750" y="2287175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Results</a:t>
            </a:r>
            <a:endParaRPr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78" name="Google Shape;578;p58"/>
          <p:cNvSpPr txBox="1"/>
          <p:nvPr>
            <p:ph idx="5" type="subTitle"/>
          </p:nvPr>
        </p:nvSpPr>
        <p:spPr>
          <a:xfrm>
            <a:off x="5943750" y="3132150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Q7</a:t>
            </a:r>
            <a:endParaRPr/>
          </a:p>
        </p:txBody>
      </p:sp>
      <p:sp>
        <p:nvSpPr>
          <p:cNvPr id="579" name="Google Shape;579;p58"/>
          <p:cNvSpPr txBox="1"/>
          <p:nvPr>
            <p:ph idx="6" type="body"/>
          </p:nvPr>
        </p:nvSpPr>
        <p:spPr>
          <a:xfrm>
            <a:off x="5943750" y="3366300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Conclusion</a:t>
            </a:r>
            <a:endParaRPr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80" name="Google Shape;580;p58"/>
          <p:cNvSpPr txBox="1"/>
          <p:nvPr>
            <p:ph idx="7" type="subTitle"/>
          </p:nvPr>
        </p:nvSpPr>
        <p:spPr>
          <a:xfrm>
            <a:off x="5943750" y="4211275"/>
            <a:ext cx="2996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Q8</a:t>
            </a:r>
            <a:endParaRPr/>
          </a:p>
        </p:txBody>
      </p:sp>
      <p:sp>
        <p:nvSpPr>
          <p:cNvPr id="581" name="Google Shape;581;p58"/>
          <p:cNvSpPr txBox="1"/>
          <p:nvPr>
            <p:ph idx="8" type="body"/>
          </p:nvPr>
        </p:nvSpPr>
        <p:spPr>
          <a:xfrm>
            <a:off x="5943750" y="4445425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Questions</a:t>
            </a:r>
            <a:endParaRPr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82" name="Google Shape;582;p58"/>
          <p:cNvSpPr txBox="1"/>
          <p:nvPr>
            <p:ph type="title"/>
          </p:nvPr>
        </p:nvSpPr>
        <p:spPr>
          <a:xfrm>
            <a:off x="230900" y="697875"/>
            <a:ext cx="44064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Sections</a:t>
            </a:r>
            <a:endParaRPr/>
          </a:p>
        </p:txBody>
      </p:sp>
      <p:sp>
        <p:nvSpPr>
          <p:cNvPr id="583" name="Google Shape;583;p58"/>
          <p:cNvSpPr txBox="1"/>
          <p:nvPr>
            <p:ph idx="2" type="body"/>
          </p:nvPr>
        </p:nvSpPr>
        <p:spPr>
          <a:xfrm>
            <a:off x="5943750" y="1208050"/>
            <a:ext cx="2819100" cy="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Training</a:t>
            </a:r>
            <a:endParaRPr>
              <a:solidFill>
                <a:schemeClr val="dk1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584" name="Google Shape;584;p58"/>
          <p:cNvSpPr/>
          <p:nvPr/>
        </p:nvSpPr>
        <p:spPr>
          <a:xfrm>
            <a:off x="230900" y="545825"/>
            <a:ext cx="5536756" cy="272401"/>
          </a:xfrm>
          <a:custGeom>
            <a:rect b="b" l="l" r="r" t="t"/>
            <a:pathLst>
              <a:path extrusionOk="0" h="166098" w="229884">
                <a:moveTo>
                  <a:pt x="0" y="0"/>
                </a:moveTo>
                <a:lnTo>
                  <a:pt x="229884" y="0"/>
                </a:lnTo>
                <a:lnTo>
                  <a:pt x="229884" y="166098"/>
                </a:ln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85" name="Google Shape;585;p58"/>
          <p:cNvSpPr/>
          <p:nvPr/>
        </p:nvSpPr>
        <p:spPr>
          <a:xfrm>
            <a:off x="5686413" y="973901"/>
            <a:ext cx="161400" cy="17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8"/>
          <p:cNvSpPr/>
          <p:nvPr/>
        </p:nvSpPr>
        <p:spPr>
          <a:xfrm>
            <a:off x="5686413" y="2053037"/>
            <a:ext cx="161400" cy="17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58"/>
          <p:cNvSpPr/>
          <p:nvPr/>
        </p:nvSpPr>
        <p:spPr>
          <a:xfrm>
            <a:off x="5686413" y="3132174"/>
            <a:ext cx="161400" cy="17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8"/>
          <p:cNvSpPr/>
          <p:nvPr/>
        </p:nvSpPr>
        <p:spPr>
          <a:xfrm>
            <a:off x="5686413" y="4211310"/>
            <a:ext cx="161400" cy="17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9" name="Google Shape;589;p58"/>
          <p:cNvCxnSpPr/>
          <p:nvPr/>
        </p:nvCxnSpPr>
        <p:spPr>
          <a:xfrm>
            <a:off x="5763295" y="1299977"/>
            <a:ext cx="0" cy="5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58"/>
          <p:cNvCxnSpPr/>
          <p:nvPr/>
        </p:nvCxnSpPr>
        <p:spPr>
          <a:xfrm>
            <a:off x="5770355" y="2379605"/>
            <a:ext cx="0" cy="5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58"/>
          <p:cNvCxnSpPr/>
          <p:nvPr/>
        </p:nvCxnSpPr>
        <p:spPr>
          <a:xfrm>
            <a:off x="5767157" y="3458745"/>
            <a:ext cx="0" cy="5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58"/>
          <p:cNvCxnSpPr/>
          <p:nvPr/>
        </p:nvCxnSpPr>
        <p:spPr>
          <a:xfrm>
            <a:off x="5763295" y="4547098"/>
            <a:ext cx="0" cy="5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3" name="Google Shape;593;p58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594" name="Google Shape;594;p58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595" name="Google Shape;595;p58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6" name="Google Shape;596;p58"/>
          <p:cNvSpPr txBox="1"/>
          <p:nvPr>
            <p:ph idx="12" type="sldNum"/>
          </p:nvPr>
        </p:nvSpPr>
        <p:spPr>
          <a:xfrm>
            <a:off x="1105675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597" name="Google Shape;597;p58"/>
          <p:cNvCxnSpPr/>
          <p:nvPr/>
        </p:nvCxnSpPr>
        <p:spPr>
          <a:xfrm>
            <a:off x="1105075" y="223475"/>
            <a:ext cx="600" cy="17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>
            <p:ph idx="2" type="title"/>
          </p:nvPr>
        </p:nvSpPr>
        <p:spPr>
          <a:xfrm>
            <a:off x="4514725" y="457200"/>
            <a:ext cx="44007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grpSp>
        <p:nvGrpSpPr>
          <p:cNvPr id="603" name="Google Shape;603;p59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604" name="Google Shape;604;p59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605" name="Google Shape;605;p59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606" name="Google Shape;606;p59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7" name="Google Shape;607;p59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608" name="Google Shape;608;p59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609" name="Google Shape;609;p59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10" name="Google Shape;610;p59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1" name="Google Shape;611;p59"/>
          <p:cNvSpPr txBox="1"/>
          <p:nvPr/>
        </p:nvSpPr>
        <p:spPr>
          <a:xfrm>
            <a:off x="318950" y="1188625"/>
            <a:ext cx="6479700" cy="3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fire prone areas which typically have draw vegetation, high heat weather and low 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humidity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can cause a lot of damage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can reveal 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itself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as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loss of crops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extreme change of environment/ ecosystem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There are also places with plenty of vegetation like bushes and trees compact together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These fires cause a lot of devastation and cost a lot of money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Cost of fighting the fire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Cost of burned buildings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Disruption to a 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region's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ecosystem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eath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There have been systems over time that work on preventive countermeasures, tracking and other methods. We are looking at the a paper that shows that we may be able to take action before the fire has happened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12" name="Google Shape;61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2551" y="2571750"/>
            <a:ext cx="2061124" cy="206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0"/>
          <p:cNvSpPr txBox="1"/>
          <p:nvPr>
            <p:ph idx="2" type="title"/>
          </p:nvPr>
        </p:nvSpPr>
        <p:spPr>
          <a:xfrm>
            <a:off x="1370050" y="457200"/>
            <a:ext cx="75453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the Problem?</a:t>
            </a:r>
            <a:endParaRPr/>
          </a:p>
        </p:txBody>
      </p:sp>
      <p:grpSp>
        <p:nvGrpSpPr>
          <p:cNvPr id="618" name="Google Shape;618;p60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619" name="Google Shape;619;p60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620" name="Google Shape;620;p60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621" name="Google Shape;621;p60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22" name="Google Shape;622;p60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623" name="Google Shape;623;p60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624" name="Google Shape;624;p60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5" name="Google Shape;625;p60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6" name="Google Shape;626;p60"/>
          <p:cNvSpPr txBox="1"/>
          <p:nvPr/>
        </p:nvSpPr>
        <p:spPr>
          <a:xfrm>
            <a:off x="318950" y="1188625"/>
            <a:ext cx="6489300" cy="3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We are detecting Fires but why as we have other methods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Satelite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Human Observable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Infrared Camera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Looking at 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satellite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data takes too long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Download and Scan time can still take too long to react to a fire in action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Limited view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Human Observable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Limited view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 cost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Time consuming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Infrared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Scattering issues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If near water it will create vapor and that will get detected and just the water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Wind that may carry high heat around making it hard to determine the location of the fire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27" name="Google Shape;62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2551" y="2571750"/>
            <a:ext cx="2061124" cy="206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1"/>
          <p:cNvSpPr txBox="1"/>
          <p:nvPr>
            <p:ph idx="2" type="title"/>
          </p:nvPr>
        </p:nvSpPr>
        <p:spPr>
          <a:xfrm>
            <a:off x="2024675" y="457200"/>
            <a:ext cx="68907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Goals?</a:t>
            </a:r>
            <a:endParaRPr/>
          </a:p>
        </p:txBody>
      </p:sp>
      <p:grpSp>
        <p:nvGrpSpPr>
          <p:cNvPr id="633" name="Google Shape;633;p61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634" name="Google Shape;634;p61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635" name="Google Shape;635;p61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636" name="Google Shape;636;p61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37" name="Google Shape;637;p61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638" name="Google Shape;638;p61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639" name="Google Shape;639;p61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0" name="Google Shape;640;p61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1" name="Google Shape;641;p61"/>
          <p:cNvSpPr txBox="1"/>
          <p:nvPr/>
        </p:nvSpPr>
        <p:spPr>
          <a:xfrm>
            <a:off x="318950" y="1188625"/>
            <a:ext cx="8513400" cy="22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"/>
              <a:buChar char="●"/>
            </a:pPr>
            <a:r>
              <a:rPr lang="en" sz="1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 and train a YOLOv8-based model capable of detecting fire in images and video streams.</a:t>
            </a:r>
            <a:endParaRPr sz="15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"/>
              <a:buChar char="●"/>
            </a:pPr>
            <a:r>
              <a:rPr lang="en" sz="1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Measure performance using metrics such as precision, recall, mAP, and inference speed.</a:t>
            </a:r>
            <a:endParaRPr sz="15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"/>
              <a:buChar char="●"/>
            </a:pPr>
            <a:r>
              <a:rPr lang="en" sz="1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Analyze the model’s behavior across different fire scenarios (size, lighting, background).</a:t>
            </a:r>
            <a:endParaRPr sz="15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"/>
              <a:buChar char="●"/>
            </a:pPr>
            <a:r>
              <a:rPr lang="en" sz="1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Assess whether YOLOv8 is suitable for real-time fire detection applications.</a:t>
            </a:r>
            <a:endParaRPr sz="15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2"/>
          <p:cNvSpPr txBox="1"/>
          <p:nvPr>
            <p:ph idx="2" type="title"/>
          </p:nvPr>
        </p:nvSpPr>
        <p:spPr>
          <a:xfrm>
            <a:off x="401975" y="457200"/>
            <a:ext cx="85134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What is the Pros and Cons of using YOLO?</a:t>
            </a:r>
            <a:endParaRPr sz="3200"/>
          </a:p>
        </p:txBody>
      </p:sp>
      <p:grpSp>
        <p:nvGrpSpPr>
          <p:cNvPr id="647" name="Google Shape;647;p62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648" name="Google Shape;648;p62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649" name="Google Shape;649;p62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650" name="Google Shape;650;p62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51" name="Google Shape;651;p62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652" name="Google Shape;652;p62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653" name="Google Shape;653;p62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4" name="Google Shape;654;p62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5" name="Google Shape;655;p62"/>
          <p:cNvSpPr txBox="1"/>
          <p:nvPr/>
        </p:nvSpPr>
        <p:spPr>
          <a:xfrm>
            <a:off x="318950" y="1188625"/>
            <a:ext cx="8513400" cy="28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Pros: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Real-time performance — fast inference, suitable for early fire alerts.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 accuracy on small/irregular objects — useful for detecting flames.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Lightweight variants available — deployable on edge devices (CCTV, drones).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Easy training pipeline — Ultralytics provides simple tools and good documentation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Cons: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Requires diverse fire datasets to avoid overfitting and false alarms.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Prone to false positives from lights, reflections, and orange/red objects.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Harder to detect early-stage or low-visibility fire (small flames, smoke).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Heavier models need GPUs , larger YOLO variants are computationally demanding.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3"/>
          <p:cNvSpPr txBox="1"/>
          <p:nvPr>
            <p:ph idx="2" type="title"/>
          </p:nvPr>
        </p:nvSpPr>
        <p:spPr>
          <a:xfrm>
            <a:off x="191700" y="457200"/>
            <a:ext cx="87237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grpSp>
        <p:nvGrpSpPr>
          <p:cNvPr id="661" name="Google Shape;661;p63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662" name="Google Shape;662;p63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663" name="Google Shape;663;p63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664" name="Google Shape;664;p63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5" name="Google Shape;665;p63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666" name="Google Shape;666;p63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667" name="Google Shape;667;p63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8" name="Google Shape;668;p63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9" name="Google Shape;669;p63"/>
          <p:cNvSpPr txBox="1"/>
          <p:nvPr/>
        </p:nvSpPr>
        <p:spPr>
          <a:xfrm>
            <a:off x="191700" y="992600"/>
            <a:ext cx="5229300" cy="3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Details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Datasets from RoboFlow with a focus on fires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</a:pPr>
            <a:r>
              <a:rPr lang="en" sz="120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3"/>
              </a:rPr>
              <a:t>Fire Detection Training Set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4000 images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1483 fire images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1533 smoke images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Preprocessing: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rgbClr val="E3E3E3"/>
                </a:solidFill>
                <a:highlight>
                  <a:srgbClr val="122140"/>
                </a:highlight>
              </a:rPr>
              <a:t>Raw Data: Collection of aerial and ground-level images containing instances of 'Fire' and 'Smoke'.</a:t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rgbClr val="E3E3E3"/>
                </a:solidFill>
                <a:highlight>
                  <a:srgbClr val="122140"/>
                </a:highlight>
              </a:rPr>
              <a:t>Annotation Format: Data was supplied/converted into the standard YOLO format (.txt files), where each line contains: [class_id] [x_center] [y_center] [width] [height].</a:t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rgbClr val="E3E3E3"/>
                </a:solidFill>
                <a:highlight>
                  <a:srgbClr val="122140"/>
                </a:highlight>
              </a:rPr>
              <a:t>Normalization: All bounding box coordinates are normalized (0 to 1) relative to the image dimensions, ensuring scale independence.</a:t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rgbClr val="E3E3E3"/>
                </a:solidFill>
                <a:highlight>
                  <a:srgbClr val="122140"/>
                </a:highlight>
              </a:rPr>
              <a:t>Image Consistency: All images were resized to the training dimension (256x256 pixels) to standardize input size, improving batch processing efficiency.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	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70" name="Google Shape;67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3325" y="1080625"/>
            <a:ext cx="3567699" cy="324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4"/>
          <p:cNvSpPr txBox="1"/>
          <p:nvPr>
            <p:ph idx="2" type="title"/>
          </p:nvPr>
        </p:nvSpPr>
        <p:spPr>
          <a:xfrm>
            <a:off x="191700" y="457200"/>
            <a:ext cx="87237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Splitting Strategy</a:t>
            </a:r>
            <a:endParaRPr/>
          </a:p>
        </p:txBody>
      </p:sp>
      <p:grpSp>
        <p:nvGrpSpPr>
          <p:cNvPr id="676" name="Google Shape;676;p64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677" name="Google Shape;677;p64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678" name="Google Shape;678;p64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679" name="Google Shape;679;p64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80" name="Google Shape;680;p64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681" name="Google Shape;681;p64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682" name="Google Shape;682;p64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3" name="Google Shape;683;p64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4" name="Google Shape;684;p64"/>
          <p:cNvSpPr txBox="1"/>
          <p:nvPr/>
        </p:nvSpPr>
        <p:spPr>
          <a:xfrm>
            <a:off x="191700" y="992600"/>
            <a:ext cx="5229300" cy="3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statistically robust division ensures accurate validation and final testing of performance on unseen data.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Splitting Ratio:</a:t>
            </a:r>
            <a:r>
              <a:rPr lang="en" sz="1100">
                <a:solidFill>
                  <a:schemeClr val="dk1"/>
                </a:solidFill>
              </a:rPr>
              <a:t> The dataset was divided into three sets: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Training Set (80%):</a:t>
            </a:r>
            <a:r>
              <a:rPr lang="en" sz="1100">
                <a:solidFill>
                  <a:schemeClr val="dk1"/>
                </a:solidFill>
              </a:rPr>
              <a:t> Used for model optimization and weight updates.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Validation Set (10%):</a:t>
            </a:r>
            <a:r>
              <a:rPr lang="en" sz="1100">
                <a:solidFill>
                  <a:schemeClr val="dk1"/>
                </a:solidFill>
              </a:rPr>
              <a:t> Used to tune hyperparameters and monitor for overfitting during training.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Test Set (10%):</a:t>
            </a:r>
            <a:r>
              <a:rPr lang="en" sz="1100">
                <a:solidFill>
                  <a:schemeClr val="dk1"/>
                </a:solidFill>
              </a:rPr>
              <a:t> Held back completely until final evaluation to provide an unbiased measure of the model's generalization capability.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Randomized Split:</a:t>
            </a:r>
            <a:r>
              <a:rPr lang="en" sz="1100">
                <a:solidFill>
                  <a:schemeClr val="dk1"/>
                </a:solidFill>
              </a:rPr>
              <a:t> The split was performed randomly to ensure an even distribution of the 'Fire' and 'Smoke' classes across all three partitions, maintaining class balance.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Configuration:</a:t>
            </a:r>
            <a:r>
              <a:rPr lang="en" sz="1100">
                <a:solidFill>
                  <a:schemeClr val="dk1"/>
                </a:solidFill>
              </a:rPr>
              <a:t> The final split configuration was defined in the project's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fire_detect.yaml</a:t>
            </a:r>
            <a:r>
              <a:rPr lang="en" sz="1100">
                <a:solidFill>
                  <a:schemeClr val="dk1"/>
                </a:solidFill>
              </a:rPr>
              <a:t> file, pointing YOLOv8 to the correct image and annotation paths.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85" name="Google Shape;68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7200" y="1401075"/>
            <a:ext cx="3418200" cy="2221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5"/>
          <p:cNvSpPr txBox="1"/>
          <p:nvPr>
            <p:ph idx="2" type="title"/>
          </p:nvPr>
        </p:nvSpPr>
        <p:spPr>
          <a:xfrm>
            <a:off x="191700" y="457200"/>
            <a:ext cx="87237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YOLO</a:t>
            </a:r>
            <a:r>
              <a:rPr lang="en"/>
              <a:t>v8 Architecture</a:t>
            </a:r>
            <a:endParaRPr/>
          </a:p>
        </p:txBody>
      </p:sp>
      <p:grpSp>
        <p:nvGrpSpPr>
          <p:cNvPr id="691" name="Google Shape;691;p65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692" name="Google Shape;692;p65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693" name="Google Shape;693;p65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694" name="Google Shape;694;p65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95" name="Google Shape;695;p65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696" name="Google Shape;696;p65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697" name="Google Shape;697;p65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98" name="Google Shape;698;p65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99" name="Google Shape;699;p65"/>
          <p:cNvSpPr txBox="1"/>
          <p:nvPr/>
        </p:nvSpPr>
        <p:spPr>
          <a:xfrm>
            <a:off x="318950" y="1188625"/>
            <a:ext cx="5624700" cy="3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rgbClr val="E3E3E3"/>
                </a:solidFill>
                <a:highlight>
                  <a:srgbClr val="122140"/>
                </a:highlight>
              </a:rPr>
              <a:t>Model Specs (YOLOv8n)</a:t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rgbClr val="E3E3E3"/>
                </a:solidFill>
                <a:highlight>
                  <a:srgbClr val="122140"/>
                </a:highlight>
              </a:rPr>
              <a:t>Model: yolov8n.pt (Nano)</a:t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rgbClr val="E3E3E3"/>
                </a:solidFill>
                <a:highlight>
                  <a:srgbClr val="122140"/>
                </a:highlight>
              </a:rPr>
              <a:t>Input Size: 256 x 256 pixels</a:t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rgbClr val="E3E3E3"/>
                </a:solidFill>
                <a:highlight>
                  <a:srgbClr val="122140"/>
                </a:highlight>
              </a:rPr>
              <a:t>Layers: 225</a:t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rgbClr val="E3E3E3"/>
                </a:solidFill>
                <a:highlight>
                  <a:srgbClr val="122140"/>
                </a:highlight>
              </a:rPr>
              <a:t>Parameters: 3,011,238</a:t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rgbClr val="E3E3E3"/>
                </a:solidFill>
                <a:highlight>
                  <a:srgbClr val="122140"/>
                </a:highlight>
              </a:rPr>
              <a:t>Gradients: 3,011,222</a:t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3E3E3"/>
              </a:solidFill>
              <a:highlight>
                <a:srgbClr val="122140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Nvidia Tesla T4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Training Hyperparams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Optimizer: SGD (Stochastic Gradient Descent) 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Learning Rate: 0.01 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Momentum: 0.9 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Batch Size: 16 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Epochs: 50 (Patience: 10)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00" name="Google Shape;700;p65"/>
          <p:cNvPicPr preferRelativeResize="0"/>
          <p:nvPr/>
        </p:nvPicPr>
        <p:blipFill rotWithShape="1">
          <a:blip r:embed="rId3">
            <a:alphaModFix/>
          </a:blip>
          <a:srcRect b="20460" l="0" r="0" t="20454"/>
          <a:stretch/>
        </p:blipFill>
        <p:spPr>
          <a:xfrm>
            <a:off x="5229250" y="1428102"/>
            <a:ext cx="3783450" cy="262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6"/>
          <p:cNvSpPr txBox="1"/>
          <p:nvPr>
            <p:ph idx="2" type="title"/>
          </p:nvPr>
        </p:nvSpPr>
        <p:spPr>
          <a:xfrm>
            <a:off x="4514725" y="457200"/>
            <a:ext cx="44007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YOLOv</a:t>
            </a:r>
            <a:r>
              <a:rPr lang="en"/>
              <a:t>8</a:t>
            </a:r>
            <a:r>
              <a:rPr lang="en"/>
              <a:t> Results</a:t>
            </a:r>
            <a:endParaRPr/>
          </a:p>
        </p:txBody>
      </p:sp>
      <p:grpSp>
        <p:nvGrpSpPr>
          <p:cNvPr id="706" name="Google Shape;706;p66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707" name="Google Shape;707;p66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708" name="Google Shape;708;p66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709" name="Google Shape;709;p66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10" name="Google Shape;710;p66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711" name="Google Shape;711;p66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712" name="Google Shape;712;p66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13" name="Google Shape;713;p66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14" name="Google Shape;714;p66" title="cs5190-record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9372" y="1281900"/>
            <a:ext cx="4501150" cy="33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66"/>
          <p:cNvSpPr txBox="1"/>
          <p:nvPr/>
        </p:nvSpPr>
        <p:spPr>
          <a:xfrm>
            <a:off x="317950" y="1281875"/>
            <a:ext cx="3076800" cy="3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View 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Yolo V8</a:t>
            </a: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 action in video playback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7"/>
          <p:cNvSpPr txBox="1"/>
          <p:nvPr>
            <p:ph idx="2" type="title"/>
          </p:nvPr>
        </p:nvSpPr>
        <p:spPr>
          <a:xfrm>
            <a:off x="191700" y="457200"/>
            <a:ext cx="87237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Outcomes</a:t>
            </a:r>
            <a:endParaRPr/>
          </a:p>
        </p:txBody>
      </p:sp>
      <p:grpSp>
        <p:nvGrpSpPr>
          <p:cNvPr id="721" name="Google Shape;721;p67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722" name="Google Shape;722;p67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723" name="Google Shape;723;p67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724" name="Google Shape;724;p67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25" name="Google Shape;725;p67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726" name="Google Shape;726;p67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727" name="Google Shape;727;p67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28" name="Google Shape;728;p67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29" name="Google Shape;729;p67"/>
          <p:cNvSpPr txBox="1"/>
          <p:nvPr/>
        </p:nvSpPr>
        <p:spPr>
          <a:xfrm>
            <a:off x="318950" y="1188625"/>
            <a:ext cx="5624700" cy="3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achieved strong object detection performance on the validation set after 50 epochs, demonstrating high precision for real-time application.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Overall Mean Average Precision (mAP):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 sz="1100">
                <a:solidFill>
                  <a:schemeClr val="dk1"/>
                </a:solidFill>
              </a:rPr>
              <a:t>mAP@0.5:</a:t>
            </a:r>
            <a:r>
              <a:rPr lang="en" sz="1100">
                <a:solidFill>
                  <a:schemeClr val="dk1"/>
                </a:solidFill>
              </a:rPr>
              <a:t> 0.639 (63.9%)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 sz="1100">
                <a:solidFill>
                  <a:schemeClr val="dk1"/>
                </a:solidFill>
              </a:rPr>
              <a:t>mAP@0.5:0.95:</a:t>
            </a:r>
            <a:r>
              <a:rPr lang="en" sz="1100">
                <a:solidFill>
                  <a:schemeClr val="dk1"/>
                </a:solidFill>
              </a:rPr>
              <a:t> 0.365 (36.5%)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Global Metrics (Optimal Confidence Threshold):</a:t>
            </a:r>
            <a:endParaRPr b="1"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 sz="1100">
                <a:solidFill>
                  <a:schemeClr val="dk1"/>
                </a:solidFill>
              </a:rPr>
              <a:t>Precision (</a:t>
            </a:r>
            <a:r>
              <a:rPr lang="en" sz="1100">
                <a:solidFill>
                  <a:schemeClr val="dk1"/>
                </a:solidFill>
              </a:rPr>
              <a:t>P)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0.734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 sz="1100">
                <a:solidFill>
                  <a:schemeClr val="dk1"/>
                </a:solidFill>
              </a:rPr>
              <a:t>Recall (</a:t>
            </a:r>
            <a:r>
              <a:rPr lang="en" sz="1100">
                <a:solidFill>
                  <a:schemeClr val="dk1"/>
                </a:solidFill>
              </a:rPr>
              <a:t>R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0.579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b="1" lang="en" sz="1100">
                <a:solidFill>
                  <a:schemeClr val="dk1"/>
                </a:solidFill>
              </a:rPr>
              <a:t>Optimal </a:t>
            </a:r>
            <a:r>
              <a:rPr lang="en" sz="1100">
                <a:solidFill>
                  <a:schemeClr val="dk1"/>
                </a:solidFill>
              </a:rPr>
              <a:t>F1</a:t>
            </a:r>
            <a:r>
              <a:rPr b="1" lang="en" sz="1100">
                <a:solidFill>
                  <a:schemeClr val="dk1"/>
                </a:solidFill>
              </a:rPr>
              <a:t>Score:</a:t>
            </a:r>
            <a:r>
              <a:rPr lang="en" sz="1100">
                <a:solidFill>
                  <a:schemeClr val="dk1"/>
                </a:solidFill>
              </a:rPr>
              <a:t> The peak F1score for all classes reached 0.80 at a confidence threshold of 0.362</a:t>
            </a:r>
            <a:endParaRPr sz="11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rPr b="1" lang="en" sz="1300">
                <a:solidFill>
                  <a:schemeClr val="dk1"/>
                </a:solidFill>
              </a:rPr>
              <a:t>Real-Time Performance</a:t>
            </a:r>
            <a:endParaRPr b="1" sz="13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Inference Speed:</a:t>
            </a:r>
            <a:r>
              <a:rPr lang="en" sz="1100">
                <a:solidFill>
                  <a:schemeClr val="dk1"/>
                </a:solidFill>
              </a:rPr>
              <a:t> 0.6 ms per 256 times </a:t>
            </a:r>
            <a:r>
              <a:rPr lang="en" sz="1100">
                <a:solidFill>
                  <a:schemeClr val="dk1"/>
                </a:solidFill>
              </a:rPr>
              <a:t>256 images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Efficiency:</a:t>
            </a:r>
            <a:r>
              <a:rPr lang="en" sz="1100">
                <a:solidFill>
                  <a:schemeClr val="dk1"/>
                </a:solidFill>
              </a:rPr>
              <a:t> This translates to 1666 FPS, confirming the model is capable of ultra-low latency, real-time fire and smoke detection on standard GPU hardware.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	</a:t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730" name="Google Shape;73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50" y="3094925"/>
            <a:ext cx="2619848" cy="174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50" y="1188625"/>
            <a:ext cx="2619848" cy="1746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8"/>
          <p:cNvSpPr txBox="1"/>
          <p:nvPr>
            <p:ph idx="2" type="title"/>
          </p:nvPr>
        </p:nvSpPr>
        <p:spPr>
          <a:xfrm>
            <a:off x="4514725" y="457200"/>
            <a:ext cx="4400700" cy="8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grpSp>
        <p:nvGrpSpPr>
          <p:cNvPr id="737" name="Google Shape;737;p68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738" name="Google Shape;738;p68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739" name="Google Shape;739;p68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740" name="Google Shape;740;p68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" name="Google Shape;741;p68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742" name="Google Shape;742;p68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743" name="Google Shape;743;p68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4" name="Google Shape;744;p68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45" name="Google Shape;745;p68"/>
          <p:cNvSpPr txBox="1"/>
          <p:nvPr/>
        </p:nvSpPr>
        <p:spPr>
          <a:xfrm>
            <a:off x="154300" y="1187675"/>
            <a:ext cx="8761200" cy="3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YOLOv8 can effectively detect fire with strong accuracy and real-time performance.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depends heavily on dataset quality and diversity.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Some challenges remain, such as false positives and detecting very small or early-stage fires.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pace Grotesk"/>
              <a:buChar char="●"/>
            </a:pPr>
            <a:r>
              <a:rPr lang="en" sz="16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Overall, YOLOv8 is a promising approach for practical fire detection systems, especially when combined with improved data and further optimization</a:t>
            </a:r>
            <a:endParaRPr sz="16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9"/>
          <p:cNvSpPr txBox="1"/>
          <p:nvPr>
            <p:ph idx="2" type="title"/>
          </p:nvPr>
        </p:nvSpPr>
        <p:spPr>
          <a:xfrm>
            <a:off x="227875" y="457200"/>
            <a:ext cx="8687700" cy="437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 !</a:t>
            </a:r>
            <a:endParaRPr/>
          </a:p>
        </p:txBody>
      </p:sp>
      <p:grpSp>
        <p:nvGrpSpPr>
          <p:cNvPr id="751" name="Google Shape;751;p69"/>
          <p:cNvGrpSpPr/>
          <p:nvPr/>
        </p:nvGrpSpPr>
        <p:grpSpPr>
          <a:xfrm>
            <a:off x="227875" y="223475"/>
            <a:ext cx="1214500" cy="170400"/>
            <a:chOff x="304025" y="203375"/>
            <a:chExt cx="1214500" cy="170400"/>
          </a:xfrm>
        </p:grpSpPr>
        <p:sp>
          <p:nvSpPr>
            <p:cNvPr id="752" name="Google Shape;752;p69"/>
            <p:cNvSpPr txBox="1"/>
            <p:nvPr/>
          </p:nvSpPr>
          <p:spPr>
            <a:xfrm>
              <a:off x="304025" y="203650"/>
              <a:ext cx="5787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Section</a:t>
              </a:r>
              <a:endParaRPr sz="800">
                <a:solidFill>
                  <a:schemeClr val="lt1"/>
                </a:solidFill>
              </a:endParaRPr>
            </a:p>
          </p:txBody>
        </p:sp>
        <p:sp>
          <p:nvSpPr>
            <p:cNvPr id="753" name="Google Shape;753;p69"/>
            <p:cNvSpPr txBox="1"/>
            <p:nvPr/>
          </p:nvSpPr>
          <p:spPr>
            <a:xfrm>
              <a:off x="1194225" y="203650"/>
              <a:ext cx="324300" cy="1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12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754" name="Google Shape;754;p69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55" name="Google Shape;755;p69"/>
          <p:cNvGrpSpPr/>
          <p:nvPr/>
        </p:nvGrpSpPr>
        <p:grpSpPr>
          <a:xfrm>
            <a:off x="227875" y="223475"/>
            <a:ext cx="1214400" cy="170400"/>
            <a:chOff x="304025" y="203375"/>
            <a:chExt cx="1214400" cy="170400"/>
          </a:xfrm>
        </p:grpSpPr>
        <p:sp>
          <p:nvSpPr>
            <p:cNvPr id="756" name="Google Shape;756;p69"/>
            <p:cNvSpPr/>
            <p:nvPr/>
          </p:nvSpPr>
          <p:spPr>
            <a:xfrm>
              <a:off x="304025" y="203650"/>
              <a:ext cx="1214400" cy="1695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Section</a:t>
              </a:r>
              <a:endParaRPr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757" name="Google Shape;757;p69"/>
            <p:cNvCxnSpPr/>
            <p:nvPr/>
          </p:nvCxnSpPr>
          <p:spPr>
            <a:xfrm>
              <a:off x="1181225" y="203375"/>
              <a:ext cx="600" cy="17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58" name="Google Shape;758;p69"/>
          <p:cNvSpPr txBox="1"/>
          <p:nvPr>
            <p:ph idx="12" type="sldNum"/>
          </p:nvPr>
        </p:nvSpPr>
        <p:spPr>
          <a:xfrm>
            <a:off x="1105700" y="223000"/>
            <a:ext cx="336600" cy="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‹#›</a:t>
            </a:fld>
            <a:endParaRPr sz="80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ard Meeting Presentation">
  <a:themeElements>
    <a:clrScheme name="Simple Light">
      <a:dk1>
        <a:srgbClr val="FFFCE9"/>
      </a:dk1>
      <a:lt1>
        <a:srgbClr val="093607"/>
      </a:lt1>
      <a:dk2>
        <a:srgbClr val="0B213F"/>
      </a:dk2>
      <a:lt2>
        <a:srgbClr val="D6D5CD"/>
      </a:lt2>
      <a:accent1>
        <a:srgbClr val="00000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FFFC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